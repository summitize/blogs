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0" r:id="rId1"/>
  </p:sldMasterIdLst>
  <p:notesMasterIdLst>
    <p:notesMasterId r:id="rId21"/>
  </p:notesMasterIdLst>
  <p:sldIdLst>
    <p:sldId id="256" r:id="rId2"/>
    <p:sldId id="269" r:id="rId3"/>
    <p:sldId id="270" r:id="rId4"/>
    <p:sldId id="257" r:id="rId5"/>
    <p:sldId id="258" r:id="rId6"/>
    <p:sldId id="260" r:id="rId7"/>
    <p:sldId id="261" r:id="rId8"/>
    <p:sldId id="259" r:id="rId9"/>
    <p:sldId id="263" r:id="rId10"/>
    <p:sldId id="265" r:id="rId11"/>
    <p:sldId id="262" r:id="rId12"/>
    <p:sldId id="266" r:id="rId13"/>
    <p:sldId id="273" r:id="rId14"/>
    <p:sldId id="272" r:id="rId15"/>
    <p:sldId id="275" r:id="rId16"/>
    <p:sldId id="264" r:id="rId17"/>
    <p:sldId id="271" r:id="rId18"/>
    <p:sldId id="274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98BACCD-AA78-446C-839B-1ECCA697F8BE}">
          <p14:sldIdLst>
            <p14:sldId id="256"/>
            <p14:sldId id="269"/>
          </p14:sldIdLst>
        </p14:section>
        <p14:section name="Scope" id="{CC4847F3-2703-4A41-9311-9D695DFEEDD3}">
          <p14:sldIdLst>
            <p14:sldId id="270"/>
            <p14:sldId id="257"/>
          </p14:sldIdLst>
        </p14:section>
        <p14:section name="Agile Delivery Plan" id="{077F3CAB-522A-4A06-8C53-05E6F15A7336}">
          <p14:sldIdLst>
            <p14:sldId id="258"/>
          </p14:sldIdLst>
        </p14:section>
        <p14:section name="Architecture Overview" id="{15FBC475-5DA6-42B0-82CE-35849A4CECA4}">
          <p14:sldIdLst>
            <p14:sldId id="260"/>
            <p14:sldId id="261"/>
            <p14:sldId id="259"/>
          </p14:sldIdLst>
        </p14:section>
        <p14:section name="Delivery Governance" id="{7AA65BFD-CAD3-49A0-B9EA-059222810F7C}">
          <p14:sldIdLst>
            <p14:sldId id="263"/>
            <p14:sldId id="265"/>
          </p14:sldIdLst>
        </p14:section>
        <p14:section name="Engineering Discipline" id="{B53F0751-5772-4893-BA46-68C8F10153AC}">
          <p14:sldIdLst>
            <p14:sldId id="262"/>
          </p14:sldIdLst>
        </p14:section>
        <p14:section name="Governance &amp; Resource Loading" id="{B2DEF93A-68AB-4471-8199-7FE709785B4E}">
          <p14:sldIdLst>
            <p14:sldId id="266"/>
            <p14:sldId id="273"/>
          </p14:sldIdLst>
        </p14:section>
        <p14:section name="WBS &amp; Estimates" id="{028C92F9-78CD-4BAB-BD69-A4B33FB66067}">
          <p14:sldIdLst>
            <p14:sldId id="272"/>
            <p14:sldId id="275"/>
          </p14:sldIdLst>
        </p14:section>
        <p14:section name="Commercial Model" id="{6CC716A0-389B-4BF0-AD1E-C467F9FC06F7}">
          <p14:sldIdLst>
            <p14:sldId id="264"/>
          </p14:sldIdLst>
        </p14:section>
        <p14:section name="Risks &amp; Assumptions" id="{30702046-347A-4C37-A6DE-D0687CC3C895}">
          <p14:sldIdLst>
            <p14:sldId id="271"/>
          </p14:sldIdLst>
        </p14:section>
        <p14:section name="Closing" id="{672B8012-A3E6-4F0B-8816-3223BD4853A4}">
          <p14:sldIdLst>
            <p14:sldId id="274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3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6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ED7A31-6AF3-4E4D-9A5C-473932794AF5}" type="doc">
      <dgm:prSet loTypeId="urn:microsoft.com/office/officeart/2008/layout/LinedList" loCatId="list" qsTypeId="urn:microsoft.com/office/officeart/2005/8/quickstyle/3d4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4AC58C6-98AC-4297-8975-FF2455681D14}">
      <dgm:prSet/>
      <dgm:spPr/>
      <dgm:t>
        <a:bodyPr/>
        <a:lstStyle/>
        <a:p>
          <a:r>
            <a:rPr lang="en-US" b="0" i="0" baseline="0"/>
            <a:t>Business Context &amp; Objectives</a:t>
          </a:r>
          <a:endParaRPr lang="en-US"/>
        </a:p>
      </dgm:t>
    </dgm:pt>
    <dgm:pt modelId="{9A56D542-F7D5-488A-A7A7-864851AC7C4A}" type="parTrans" cxnId="{79EFEC9F-34DB-4211-B8EF-F48856DC7215}">
      <dgm:prSet/>
      <dgm:spPr/>
      <dgm:t>
        <a:bodyPr/>
        <a:lstStyle/>
        <a:p>
          <a:endParaRPr lang="en-US"/>
        </a:p>
      </dgm:t>
    </dgm:pt>
    <dgm:pt modelId="{D26F874D-EAE3-4E42-A4EE-5C76162905C2}" type="sibTrans" cxnId="{79EFEC9F-34DB-4211-B8EF-F48856DC7215}">
      <dgm:prSet/>
      <dgm:spPr/>
      <dgm:t>
        <a:bodyPr/>
        <a:lstStyle/>
        <a:p>
          <a:endParaRPr lang="en-US"/>
        </a:p>
      </dgm:t>
    </dgm:pt>
    <dgm:pt modelId="{A0DC6EC8-D249-47CD-8FF9-3E4AD956581D}">
      <dgm:prSet/>
      <dgm:spPr/>
      <dgm:t>
        <a:bodyPr/>
        <a:lstStyle/>
        <a:p>
          <a:r>
            <a:rPr lang="en-US" b="0" i="0" baseline="0"/>
            <a:t>Solution Scope &amp; NFRs</a:t>
          </a:r>
          <a:endParaRPr lang="en-US"/>
        </a:p>
      </dgm:t>
    </dgm:pt>
    <dgm:pt modelId="{746F48FD-21D4-4134-919B-528896FDA9D4}" type="parTrans" cxnId="{71C9DC36-286F-43A2-999A-4BB9BBFF1650}">
      <dgm:prSet/>
      <dgm:spPr/>
      <dgm:t>
        <a:bodyPr/>
        <a:lstStyle/>
        <a:p>
          <a:endParaRPr lang="en-US"/>
        </a:p>
      </dgm:t>
    </dgm:pt>
    <dgm:pt modelId="{278AFA9A-58DD-44CF-B6D3-5EA6AD128D44}" type="sibTrans" cxnId="{71C9DC36-286F-43A2-999A-4BB9BBFF1650}">
      <dgm:prSet/>
      <dgm:spPr/>
      <dgm:t>
        <a:bodyPr/>
        <a:lstStyle/>
        <a:p>
          <a:endParaRPr lang="en-US"/>
        </a:p>
      </dgm:t>
    </dgm:pt>
    <dgm:pt modelId="{472A339E-6BC6-4696-AB59-8BB4CEB82D2E}">
      <dgm:prSet/>
      <dgm:spPr/>
      <dgm:t>
        <a:bodyPr/>
        <a:lstStyle/>
        <a:p>
          <a:r>
            <a:rPr lang="en-US" b="0" i="0" baseline="0"/>
            <a:t>Target Architecture</a:t>
          </a:r>
          <a:endParaRPr lang="en-US"/>
        </a:p>
      </dgm:t>
    </dgm:pt>
    <dgm:pt modelId="{7D992B1D-6038-49DC-9904-DA1B9A5FC22D}" type="parTrans" cxnId="{AEDE8F9F-7FCF-493D-811A-98520A76E32B}">
      <dgm:prSet/>
      <dgm:spPr/>
      <dgm:t>
        <a:bodyPr/>
        <a:lstStyle/>
        <a:p>
          <a:endParaRPr lang="en-US"/>
        </a:p>
      </dgm:t>
    </dgm:pt>
    <dgm:pt modelId="{B54898F2-16E5-4DF3-9124-BAA8B8071537}" type="sibTrans" cxnId="{AEDE8F9F-7FCF-493D-811A-98520A76E32B}">
      <dgm:prSet/>
      <dgm:spPr/>
      <dgm:t>
        <a:bodyPr/>
        <a:lstStyle/>
        <a:p>
          <a:endParaRPr lang="en-US"/>
        </a:p>
      </dgm:t>
    </dgm:pt>
    <dgm:pt modelId="{0E04881A-C620-4E40-9637-3B075CC490FA}">
      <dgm:prSet/>
      <dgm:spPr/>
      <dgm:t>
        <a:bodyPr/>
        <a:lstStyle/>
        <a:p>
          <a:r>
            <a:rPr lang="en-US" b="0" i="0" baseline="0"/>
            <a:t>Agile Delivery Strategy</a:t>
          </a:r>
          <a:endParaRPr lang="en-US"/>
        </a:p>
      </dgm:t>
    </dgm:pt>
    <dgm:pt modelId="{E6FBC90B-32B9-4ACE-A29D-D16FB221C898}" type="parTrans" cxnId="{DDB4150F-B453-4C26-BAD2-D0275FC58F6E}">
      <dgm:prSet/>
      <dgm:spPr/>
      <dgm:t>
        <a:bodyPr/>
        <a:lstStyle/>
        <a:p>
          <a:endParaRPr lang="en-US"/>
        </a:p>
      </dgm:t>
    </dgm:pt>
    <dgm:pt modelId="{464DE816-E610-46D2-A655-2D1AC49C6B3C}" type="sibTrans" cxnId="{DDB4150F-B453-4C26-BAD2-D0275FC58F6E}">
      <dgm:prSet/>
      <dgm:spPr/>
      <dgm:t>
        <a:bodyPr/>
        <a:lstStyle/>
        <a:p>
          <a:endParaRPr lang="en-US"/>
        </a:p>
      </dgm:t>
    </dgm:pt>
    <dgm:pt modelId="{C0577EFF-58D8-46D1-A3FF-FEE5F67FACB6}">
      <dgm:prSet/>
      <dgm:spPr/>
      <dgm:t>
        <a:bodyPr/>
        <a:lstStyle/>
        <a:p>
          <a:r>
            <a:rPr lang="en-US" b="0" i="0" baseline="0"/>
            <a:t>Delivery Organization &amp; Resource Model</a:t>
          </a:r>
          <a:endParaRPr lang="en-US"/>
        </a:p>
      </dgm:t>
    </dgm:pt>
    <dgm:pt modelId="{BB417661-D1FD-4A38-AEB6-422AB86C77AA}" type="parTrans" cxnId="{40F4D6A2-5E99-4630-8894-5EE4072A9DCA}">
      <dgm:prSet/>
      <dgm:spPr/>
      <dgm:t>
        <a:bodyPr/>
        <a:lstStyle/>
        <a:p>
          <a:endParaRPr lang="en-US"/>
        </a:p>
      </dgm:t>
    </dgm:pt>
    <dgm:pt modelId="{ACFAD671-CCF7-4257-BFB8-BA92F2953F41}" type="sibTrans" cxnId="{40F4D6A2-5E99-4630-8894-5EE4072A9DCA}">
      <dgm:prSet/>
      <dgm:spPr/>
      <dgm:t>
        <a:bodyPr/>
        <a:lstStyle/>
        <a:p>
          <a:endParaRPr lang="en-US"/>
        </a:p>
      </dgm:t>
    </dgm:pt>
    <dgm:pt modelId="{F053B031-513A-44D2-A901-8151F6B925D4}">
      <dgm:prSet/>
      <dgm:spPr/>
      <dgm:t>
        <a:bodyPr/>
        <a:lstStyle/>
        <a:p>
          <a:r>
            <a:rPr lang="en-US" b="0" i="0" baseline="0"/>
            <a:t>Estimation &amp; Capacity Planning</a:t>
          </a:r>
          <a:endParaRPr lang="en-US"/>
        </a:p>
      </dgm:t>
    </dgm:pt>
    <dgm:pt modelId="{7A41C16E-DB3A-482D-BC17-16B9AC888B75}" type="parTrans" cxnId="{A0E49D5A-F1C9-45CC-AA8B-5A658D4B5825}">
      <dgm:prSet/>
      <dgm:spPr/>
      <dgm:t>
        <a:bodyPr/>
        <a:lstStyle/>
        <a:p>
          <a:endParaRPr lang="en-US"/>
        </a:p>
      </dgm:t>
    </dgm:pt>
    <dgm:pt modelId="{DE7AAF74-F35F-435F-A751-69C8D31BDD27}" type="sibTrans" cxnId="{A0E49D5A-F1C9-45CC-AA8B-5A658D4B5825}">
      <dgm:prSet/>
      <dgm:spPr/>
      <dgm:t>
        <a:bodyPr/>
        <a:lstStyle/>
        <a:p>
          <a:endParaRPr lang="en-US"/>
        </a:p>
      </dgm:t>
    </dgm:pt>
    <dgm:pt modelId="{7201E137-20AF-4D65-859C-EE5A32746C52}">
      <dgm:prSet/>
      <dgm:spPr/>
      <dgm:t>
        <a:bodyPr/>
        <a:lstStyle/>
        <a:p>
          <a:r>
            <a:rPr lang="en-US" b="0" i="0" baseline="0"/>
            <a:t>Engineering &amp; Delivery Framework</a:t>
          </a:r>
          <a:endParaRPr lang="en-US"/>
        </a:p>
      </dgm:t>
    </dgm:pt>
    <dgm:pt modelId="{B2A7F715-A15A-4C61-A990-F98BB71B26DB}" type="parTrans" cxnId="{CF1ECFD2-2F6D-444C-82E7-23176F0BA34B}">
      <dgm:prSet/>
      <dgm:spPr/>
      <dgm:t>
        <a:bodyPr/>
        <a:lstStyle/>
        <a:p>
          <a:endParaRPr lang="en-US"/>
        </a:p>
      </dgm:t>
    </dgm:pt>
    <dgm:pt modelId="{8E5C1B96-E832-44DC-87C4-306C1B48AA85}" type="sibTrans" cxnId="{CF1ECFD2-2F6D-444C-82E7-23176F0BA34B}">
      <dgm:prSet/>
      <dgm:spPr/>
      <dgm:t>
        <a:bodyPr/>
        <a:lstStyle/>
        <a:p>
          <a:endParaRPr lang="en-US"/>
        </a:p>
      </dgm:t>
    </dgm:pt>
    <dgm:pt modelId="{AEB28EBB-7006-4030-9A46-60C3B42395F8}">
      <dgm:prSet/>
      <dgm:spPr/>
      <dgm:t>
        <a:bodyPr/>
        <a:lstStyle/>
        <a:p>
          <a:r>
            <a:rPr lang="en-US" b="0" i="0" baseline="0"/>
            <a:t>Governance, Risks &amp; Assumptions</a:t>
          </a:r>
          <a:endParaRPr lang="en-US"/>
        </a:p>
      </dgm:t>
    </dgm:pt>
    <dgm:pt modelId="{56CF44FC-9E6D-4F51-86C8-93F5414F5EE6}" type="parTrans" cxnId="{290BD148-45A4-4BDD-97FA-E111DB922A6B}">
      <dgm:prSet/>
      <dgm:spPr/>
      <dgm:t>
        <a:bodyPr/>
        <a:lstStyle/>
        <a:p>
          <a:endParaRPr lang="en-US"/>
        </a:p>
      </dgm:t>
    </dgm:pt>
    <dgm:pt modelId="{95C4EEC3-7019-44EC-ABF8-938FEB59369C}" type="sibTrans" cxnId="{290BD148-45A4-4BDD-97FA-E111DB922A6B}">
      <dgm:prSet/>
      <dgm:spPr/>
      <dgm:t>
        <a:bodyPr/>
        <a:lstStyle/>
        <a:p>
          <a:endParaRPr lang="en-US"/>
        </a:p>
      </dgm:t>
    </dgm:pt>
    <dgm:pt modelId="{A4E93512-3F16-4714-A77D-3E68120A64AC}">
      <dgm:prSet/>
      <dgm:spPr/>
      <dgm:t>
        <a:bodyPr/>
        <a:lstStyle/>
        <a:p>
          <a:r>
            <a:rPr lang="en-US" b="0" i="0" baseline="0"/>
            <a:t>Engagement Model</a:t>
          </a:r>
          <a:endParaRPr lang="en-US"/>
        </a:p>
      </dgm:t>
    </dgm:pt>
    <dgm:pt modelId="{816CEF4A-F539-4AC4-B501-2C49B7241C6C}" type="parTrans" cxnId="{818CD2F3-469C-4A70-BDF5-DFF677F88EDD}">
      <dgm:prSet/>
      <dgm:spPr/>
      <dgm:t>
        <a:bodyPr/>
        <a:lstStyle/>
        <a:p>
          <a:endParaRPr lang="en-US"/>
        </a:p>
      </dgm:t>
    </dgm:pt>
    <dgm:pt modelId="{7854529C-DFE7-4F3A-8459-FA856906F381}" type="sibTrans" cxnId="{818CD2F3-469C-4A70-BDF5-DFF677F88EDD}">
      <dgm:prSet/>
      <dgm:spPr/>
      <dgm:t>
        <a:bodyPr/>
        <a:lstStyle/>
        <a:p>
          <a:endParaRPr lang="en-US"/>
        </a:p>
      </dgm:t>
    </dgm:pt>
    <dgm:pt modelId="{588B9A06-140C-4C17-A6EF-04EC57ADB762}">
      <dgm:prSet/>
      <dgm:spPr/>
      <dgm:t>
        <a:bodyPr/>
        <a:lstStyle/>
        <a:p>
          <a:r>
            <a:rPr lang="en-US" b="0" i="0" baseline="0"/>
            <a:t>Key Takeaways</a:t>
          </a:r>
          <a:endParaRPr lang="en-US"/>
        </a:p>
      </dgm:t>
    </dgm:pt>
    <dgm:pt modelId="{51381810-0E81-452A-B910-72EBDBD979F1}" type="parTrans" cxnId="{752E9D8C-48AA-43A9-981F-B09458A8D6BF}">
      <dgm:prSet/>
      <dgm:spPr/>
      <dgm:t>
        <a:bodyPr/>
        <a:lstStyle/>
        <a:p>
          <a:endParaRPr lang="en-US"/>
        </a:p>
      </dgm:t>
    </dgm:pt>
    <dgm:pt modelId="{B19D7B54-861F-4D92-BCCC-1A5267C60059}" type="sibTrans" cxnId="{752E9D8C-48AA-43A9-981F-B09458A8D6BF}">
      <dgm:prSet/>
      <dgm:spPr/>
      <dgm:t>
        <a:bodyPr/>
        <a:lstStyle/>
        <a:p>
          <a:endParaRPr lang="en-US"/>
        </a:p>
      </dgm:t>
    </dgm:pt>
    <dgm:pt modelId="{A0D83FF3-C3AA-4172-AEF8-AD6AEB3A9674}" type="pres">
      <dgm:prSet presAssocID="{19ED7A31-6AF3-4E4D-9A5C-473932794AF5}" presName="vert0" presStyleCnt="0">
        <dgm:presLayoutVars>
          <dgm:dir/>
          <dgm:animOne val="branch"/>
          <dgm:animLvl val="lvl"/>
        </dgm:presLayoutVars>
      </dgm:prSet>
      <dgm:spPr/>
    </dgm:pt>
    <dgm:pt modelId="{429A3C96-5D5A-4CC7-872E-D5ABF0845FBE}" type="pres">
      <dgm:prSet presAssocID="{A4AC58C6-98AC-4297-8975-FF2455681D14}" presName="thickLine" presStyleLbl="alignNode1" presStyleIdx="0" presStyleCnt="10"/>
      <dgm:spPr/>
    </dgm:pt>
    <dgm:pt modelId="{B001EC7D-0EB0-4FE0-BE8D-4CCF647D3513}" type="pres">
      <dgm:prSet presAssocID="{A4AC58C6-98AC-4297-8975-FF2455681D14}" presName="horz1" presStyleCnt="0"/>
      <dgm:spPr/>
    </dgm:pt>
    <dgm:pt modelId="{089EE8B7-D289-40E5-91D6-BF8C885AB963}" type="pres">
      <dgm:prSet presAssocID="{A4AC58C6-98AC-4297-8975-FF2455681D14}" presName="tx1" presStyleLbl="revTx" presStyleIdx="0" presStyleCnt="10"/>
      <dgm:spPr/>
    </dgm:pt>
    <dgm:pt modelId="{BD542CC2-3CB3-4EEB-8D9E-5D67429CAF2F}" type="pres">
      <dgm:prSet presAssocID="{A4AC58C6-98AC-4297-8975-FF2455681D14}" presName="vert1" presStyleCnt="0"/>
      <dgm:spPr/>
    </dgm:pt>
    <dgm:pt modelId="{E791E270-9C47-4703-8855-1531665A819B}" type="pres">
      <dgm:prSet presAssocID="{A0DC6EC8-D249-47CD-8FF9-3E4AD956581D}" presName="thickLine" presStyleLbl="alignNode1" presStyleIdx="1" presStyleCnt="10"/>
      <dgm:spPr/>
    </dgm:pt>
    <dgm:pt modelId="{2E23E4F5-C7A1-49D6-A91D-ABC4F4C69389}" type="pres">
      <dgm:prSet presAssocID="{A0DC6EC8-D249-47CD-8FF9-3E4AD956581D}" presName="horz1" presStyleCnt="0"/>
      <dgm:spPr/>
    </dgm:pt>
    <dgm:pt modelId="{33352A26-1CED-4319-B904-0449D62E38BA}" type="pres">
      <dgm:prSet presAssocID="{A0DC6EC8-D249-47CD-8FF9-3E4AD956581D}" presName="tx1" presStyleLbl="revTx" presStyleIdx="1" presStyleCnt="10"/>
      <dgm:spPr/>
    </dgm:pt>
    <dgm:pt modelId="{24388AD7-1B40-439E-A6B7-C36D6EC84691}" type="pres">
      <dgm:prSet presAssocID="{A0DC6EC8-D249-47CD-8FF9-3E4AD956581D}" presName="vert1" presStyleCnt="0"/>
      <dgm:spPr/>
    </dgm:pt>
    <dgm:pt modelId="{717BF1C8-7990-4A56-AA60-582FA62E84E7}" type="pres">
      <dgm:prSet presAssocID="{472A339E-6BC6-4696-AB59-8BB4CEB82D2E}" presName="thickLine" presStyleLbl="alignNode1" presStyleIdx="2" presStyleCnt="10"/>
      <dgm:spPr/>
    </dgm:pt>
    <dgm:pt modelId="{53501EA3-8ADE-4D2F-B965-5A2BE978F098}" type="pres">
      <dgm:prSet presAssocID="{472A339E-6BC6-4696-AB59-8BB4CEB82D2E}" presName="horz1" presStyleCnt="0"/>
      <dgm:spPr/>
    </dgm:pt>
    <dgm:pt modelId="{A8F1C405-AB91-4D6A-B451-54135609FF02}" type="pres">
      <dgm:prSet presAssocID="{472A339E-6BC6-4696-AB59-8BB4CEB82D2E}" presName="tx1" presStyleLbl="revTx" presStyleIdx="2" presStyleCnt="10"/>
      <dgm:spPr/>
    </dgm:pt>
    <dgm:pt modelId="{21459F73-8B60-47FB-85BA-1CC3EFFF5319}" type="pres">
      <dgm:prSet presAssocID="{472A339E-6BC6-4696-AB59-8BB4CEB82D2E}" presName="vert1" presStyleCnt="0"/>
      <dgm:spPr/>
    </dgm:pt>
    <dgm:pt modelId="{23CE60EC-AE33-4E0D-9611-D1BE90A15DCC}" type="pres">
      <dgm:prSet presAssocID="{0E04881A-C620-4E40-9637-3B075CC490FA}" presName="thickLine" presStyleLbl="alignNode1" presStyleIdx="3" presStyleCnt="10"/>
      <dgm:spPr/>
    </dgm:pt>
    <dgm:pt modelId="{845ECDA2-738D-4D56-AD69-7C3F5B76EBC1}" type="pres">
      <dgm:prSet presAssocID="{0E04881A-C620-4E40-9637-3B075CC490FA}" presName="horz1" presStyleCnt="0"/>
      <dgm:spPr/>
    </dgm:pt>
    <dgm:pt modelId="{62CC36FD-6C1F-4E23-BD05-86367C43C4C4}" type="pres">
      <dgm:prSet presAssocID="{0E04881A-C620-4E40-9637-3B075CC490FA}" presName="tx1" presStyleLbl="revTx" presStyleIdx="3" presStyleCnt="10"/>
      <dgm:spPr/>
    </dgm:pt>
    <dgm:pt modelId="{07901A58-6E28-49A5-AD83-15B79EF5AFB5}" type="pres">
      <dgm:prSet presAssocID="{0E04881A-C620-4E40-9637-3B075CC490FA}" presName="vert1" presStyleCnt="0"/>
      <dgm:spPr/>
    </dgm:pt>
    <dgm:pt modelId="{50F9F1F9-4630-4C97-B44F-C077C3699BE0}" type="pres">
      <dgm:prSet presAssocID="{C0577EFF-58D8-46D1-A3FF-FEE5F67FACB6}" presName="thickLine" presStyleLbl="alignNode1" presStyleIdx="4" presStyleCnt="10"/>
      <dgm:spPr/>
    </dgm:pt>
    <dgm:pt modelId="{8555A53F-7B8C-4642-B2CB-368046B7009D}" type="pres">
      <dgm:prSet presAssocID="{C0577EFF-58D8-46D1-A3FF-FEE5F67FACB6}" presName="horz1" presStyleCnt="0"/>
      <dgm:spPr/>
    </dgm:pt>
    <dgm:pt modelId="{63111E54-3BC9-4BE9-BAD2-334C7403B6CE}" type="pres">
      <dgm:prSet presAssocID="{C0577EFF-58D8-46D1-A3FF-FEE5F67FACB6}" presName="tx1" presStyleLbl="revTx" presStyleIdx="4" presStyleCnt="10"/>
      <dgm:spPr/>
    </dgm:pt>
    <dgm:pt modelId="{9A9A8A1F-065E-43BF-AE3B-D654030523C7}" type="pres">
      <dgm:prSet presAssocID="{C0577EFF-58D8-46D1-A3FF-FEE5F67FACB6}" presName="vert1" presStyleCnt="0"/>
      <dgm:spPr/>
    </dgm:pt>
    <dgm:pt modelId="{28CBD39B-84C2-4174-AA06-4798BCC7FC96}" type="pres">
      <dgm:prSet presAssocID="{F053B031-513A-44D2-A901-8151F6B925D4}" presName="thickLine" presStyleLbl="alignNode1" presStyleIdx="5" presStyleCnt="10"/>
      <dgm:spPr/>
    </dgm:pt>
    <dgm:pt modelId="{2FB99E6F-B328-4940-9A97-9F994569591F}" type="pres">
      <dgm:prSet presAssocID="{F053B031-513A-44D2-A901-8151F6B925D4}" presName="horz1" presStyleCnt="0"/>
      <dgm:spPr/>
    </dgm:pt>
    <dgm:pt modelId="{E75088D2-9AD7-4EA2-8F37-569D510E84DA}" type="pres">
      <dgm:prSet presAssocID="{F053B031-513A-44D2-A901-8151F6B925D4}" presName="tx1" presStyleLbl="revTx" presStyleIdx="5" presStyleCnt="10"/>
      <dgm:spPr/>
    </dgm:pt>
    <dgm:pt modelId="{00FF2D43-0F8E-469E-9BF5-34D536058BCF}" type="pres">
      <dgm:prSet presAssocID="{F053B031-513A-44D2-A901-8151F6B925D4}" presName="vert1" presStyleCnt="0"/>
      <dgm:spPr/>
    </dgm:pt>
    <dgm:pt modelId="{7A2BBD77-FE97-4FEC-87CC-79D739DB6A7A}" type="pres">
      <dgm:prSet presAssocID="{7201E137-20AF-4D65-859C-EE5A32746C52}" presName="thickLine" presStyleLbl="alignNode1" presStyleIdx="6" presStyleCnt="10"/>
      <dgm:spPr/>
    </dgm:pt>
    <dgm:pt modelId="{CE2209D5-3750-41A8-85DA-59DB30C1A72C}" type="pres">
      <dgm:prSet presAssocID="{7201E137-20AF-4D65-859C-EE5A32746C52}" presName="horz1" presStyleCnt="0"/>
      <dgm:spPr/>
    </dgm:pt>
    <dgm:pt modelId="{5C71DD7E-C3D5-4A90-A047-59A38E1100B4}" type="pres">
      <dgm:prSet presAssocID="{7201E137-20AF-4D65-859C-EE5A32746C52}" presName="tx1" presStyleLbl="revTx" presStyleIdx="6" presStyleCnt="10"/>
      <dgm:spPr/>
    </dgm:pt>
    <dgm:pt modelId="{2BF1B34F-67EF-4EBE-943D-F3170C277059}" type="pres">
      <dgm:prSet presAssocID="{7201E137-20AF-4D65-859C-EE5A32746C52}" presName="vert1" presStyleCnt="0"/>
      <dgm:spPr/>
    </dgm:pt>
    <dgm:pt modelId="{F9226C52-F101-4512-9E3D-6F61D2D2F73F}" type="pres">
      <dgm:prSet presAssocID="{AEB28EBB-7006-4030-9A46-60C3B42395F8}" presName="thickLine" presStyleLbl="alignNode1" presStyleIdx="7" presStyleCnt="10"/>
      <dgm:spPr/>
    </dgm:pt>
    <dgm:pt modelId="{231028CA-F32F-451E-AFF4-48139B6B8202}" type="pres">
      <dgm:prSet presAssocID="{AEB28EBB-7006-4030-9A46-60C3B42395F8}" presName="horz1" presStyleCnt="0"/>
      <dgm:spPr/>
    </dgm:pt>
    <dgm:pt modelId="{DC185BB7-670B-42D7-A365-D8515097A3CA}" type="pres">
      <dgm:prSet presAssocID="{AEB28EBB-7006-4030-9A46-60C3B42395F8}" presName="tx1" presStyleLbl="revTx" presStyleIdx="7" presStyleCnt="10"/>
      <dgm:spPr/>
    </dgm:pt>
    <dgm:pt modelId="{B3CF6841-0D1F-4AD3-9413-211CB093ECB5}" type="pres">
      <dgm:prSet presAssocID="{AEB28EBB-7006-4030-9A46-60C3B42395F8}" presName="vert1" presStyleCnt="0"/>
      <dgm:spPr/>
    </dgm:pt>
    <dgm:pt modelId="{A1349DA4-016B-41A0-8504-5EC4B9B04C03}" type="pres">
      <dgm:prSet presAssocID="{A4E93512-3F16-4714-A77D-3E68120A64AC}" presName="thickLine" presStyleLbl="alignNode1" presStyleIdx="8" presStyleCnt="10"/>
      <dgm:spPr/>
    </dgm:pt>
    <dgm:pt modelId="{96913607-15BD-426A-A100-0AF3F52EEDD0}" type="pres">
      <dgm:prSet presAssocID="{A4E93512-3F16-4714-A77D-3E68120A64AC}" presName="horz1" presStyleCnt="0"/>
      <dgm:spPr/>
    </dgm:pt>
    <dgm:pt modelId="{276FA444-526F-4037-AC1B-68211B335EAE}" type="pres">
      <dgm:prSet presAssocID="{A4E93512-3F16-4714-A77D-3E68120A64AC}" presName="tx1" presStyleLbl="revTx" presStyleIdx="8" presStyleCnt="10"/>
      <dgm:spPr/>
    </dgm:pt>
    <dgm:pt modelId="{17C4CCE4-5AA2-4B27-8361-427E9E23AB4A}" type="pres">
      <dgm:prSet presAssocID="{A4E93512-3F16-4714-A77D-3E68120A64AC}" presName="vert1" presStyleCnt="0"/>
      <dgm:spPr/>
    </dgm:pt>
    <dgm:pt modelId="{0657EBC7-F1A5-40AF-824C-AB19D38E3948}" type="pres">
      <dgm:prSet presAssocID="{588B9A06-140C-4C17-A6EF-04EC57ADB762}" presName="thickLine" presStyleLbl="alignNode1" presStyleIdx="9" presStyleCnt="10"/>
      <dgm:spPr/>
    </dgm:pt>
    <dgm:pt modelId="{F55589FF-D81E-44B8-8850-223A4E8D67E5}" type="pres">
      <dgm:prSet presAssocID="{588B9A06-140C-4C17-A6EF-04EC57ADB762}" presName="horz1" presStyleCnt="0"/>
      <dgm:spPr/>
    </dgm:pt>
    <dgm:pt modelId="{1510387D-CE4E-478A-A0CD-C92D72E89729}" type="pres">
      <dgm:prSet presAssocID="{588B9A06-140C-4C17-A6EF-04EC57ADB762}" presName="tx1" presStyleLbl="revTx" presStyleIdx="9" presStyleCnt="10"/>
      <dgm:spPr/>
    </dgm:pt>
    <dgm:pt modelId="{1E8B135D-27C7-4B28-92D4-9B0C736C587B}" type="pres">
      <dgm:prSet presAssocID="{588B9A06-140C-4C17-A6EF-04EC57ADB762}" presName="vert1" presStyleCnt="0"/>
      <dgm:spPr/>
    </dgm:pt>
  </dgm:ptLst>
  <dgm:cxnLst>
    <dgm:cxn modelId="{DDB4150F-B453-4C26-BAD2-D0275FC58F6E}" srcId="{19ED7A31-6AF3-4E4D-9A5C-473932794AF5}" destId="{0E04881A-C620-4E40-9637-3B075CC490FA}" srcOrd="3" destOrd="0" parTransId="{E6FBC90B-32B9-4ACE-A29D-D16FB221C898}" sibTransId="{464DE816-E610-46D2-A655-2D1AC49C6B3C}"/>
    <dgm:cxn modelId="{E3634428-3F4B-4B2C-BAC1-E48C1E5F1236}" type="presOf" srcId="{472A339E-6BC6-4696-AB59-8BB4CEB82D2E}" destId="{A8F1C405-AB91-4D6A-B451-54135609FF02}" srcOrd="0" destOrd="0" presId="urn:microsoft.com/office/officeart/2008/layout/LinedList"/>
    <dgm:cxn modelId="{71C9DC36-286F-43A2-999A-4BB9BBFF1650}" srcId="{19ED7A31-6AF3-4E4D-9A5C-473932794AF5}" destId="{A0DC6EC8-D249-47CD-8FF9-3E4AD956581D}" srcOrd="1" destOrd="0" parTransId="{746F48FD-21D4-4134-919B-528896FDA9D4}" sibTransId="{278AFA9A-58DD-44CF-B6D3-5EA6AD128D44}"/>
    <dgm:cxn modelId="{E4A4DF3A-0EDE-42F6-B41C-01946D95AEC5}" type="presOf" srcId="{7201E137-20AF-4D65-859C-EE5A32746C52}" destId="{5C71DD7E-C3D5-4A90-A047-59A38E1100B4}" srcOrd="0" destOrd="0" presId="urn:microsoft.com/office/officeart/2008/layout/LinedList"/>
    <dgm:cxn modelId="{B5AD9D43-0D5E-4706-B05D-0A78E2BBE8A6}" type="presOf" srcId="{A4E93512-3F16-4714-A77D-3E68120A64AC}" destId="{276FA444-526F-4037-AC1B-68211B335EAE}" srcOrd="0" destOrd="0" presId="urn:microsoft.com/office/officeart/2008/layout/LinedList"/>
    <dgm:cxn modelId="{F1964E46-C5A5-43D2-8069-D4360CE11B40}" type="presOf" srcId="{C0577EFF-58D8-46D1-A3FF-FEE5F67FACB6}" destId="{63111E54-3BC9-4BE9-BAD2-334C7403B6CE}" srcOrd="0" destOrd="0" presId="urn:microsoft.com/office/officeart/2008/layout/LinedList"/>
    <dgm:cxn modelId="{2173EE67-79EF-4BF0-8E41-E7A39ED22DD4}" type="presOf" srcId="{19ED7A31-6AF3-4E4D-9A5C-473932794AF5}" destId="{A0D83FF3-C3AA-4172-AEF8-AD6AEB3A9674}" srcOrd="0" destOrd="0" presId="urn:microsoft.com/office/officeart/2008/layout/LinedList"/>
    <dgm:cxn modelId="{290BD148-45A4-4BDD-97FA-E111DB922A6B}" srcId="{19ED7A31-6AF3-4E4D-9A5C-473932794AF5}" destId="{AEB28EBB-7006-4030-9A46-60C3B42395F8}" srcOrd="7" destOrd="0" parTransId="{56CF44FC-9E6D-4F51-86C8-93F5414F5EE6}" sibTransId="{95C4EEC3-7019-44EC-ABF8-938FEB59369C}"/>
    <dgm:cxn modelId="{0BC65454-0CAC-4A7D-B604-88FC67AFDF89}" type="presOf" srcId="{F053B031-513A-44D2-A901-8151F6B925D4}" destId="{E75088D2-9AD7-4EA2-8F37-569D510E84DA}" srcOrd="0" destOrd="0" presId="urn:microsoft.com/office/officeart/2008/layout/LinedList"/>
    <dgm:cxn modelId="{A0E49D5A-F1C9-45CC-AA8B-5A658D4B5825}" srcId="{19ED7A31-6AF3-4E4D-9A5C-473932794AF5}" destId="{F053B031-513A-44D2-A901-8151F6B925D4}" srcOrd="5" destOrd="0" parTransId="{7A41C16E-DB3A-482D-BC17-16B9AC888B75}" sibTransId="{DE7AAF74-F35F-435F-A751-69C8D31BDD27}"/>
    <dgm:cxn modelId="{752E9D8C-48AA-43A9-981F-B09458A8D6BF}" srcId="{19ED7A31-6AF3-4E4D-9A5C-473932794AF5}" destId="{588B9A06-140C-4C17-A6EF-04EC57ADB762}" srcOrd="9" destOrd="0" parTransId="{51381810-0E81-452A-B910-72EBDBD979F1}" sibTransId="{B19D7B54-861F-4D92-BCCC-1A5267C60059}"/>
    <dgm:cxn modelId="{5F7DF08E-E295-4868-9307-5E706B43D3C3}" type="presOf" srcId="{588B9A06-140C-4C17-A6EF-04EC57ADB762}" destId="{1510387D-CE4E-478A-A0CD-C92D72E89729}" srcOrd="0" destOrd="0" presId="urn:microsoft.com/office/officeart/2008/layout/LinedList"/>
    <dgm:cxn modelId="{58CAC793-2D94-4678-9F34-B0156B27498A}" type="presOf" srcId="{0E04881A-C620-4E40-9637-3B075CC490FA}" destId="{62CC36FD-6C1F-4E23-BD05-86367C43C4C4}" srcOrd="0" destOrd="0" presId="urn:microsoft.com/office/officeart/2008/layout/LinedList"/>
    <dgm:cxn modelId="{AEDE8F9F-7FCF-493D-811A-98520A76E32B}" srcId="{19ED7A31-6AF3-4E4D-9A5C-473932794AF5}" destId="{472A339E-6BC6-4696-AB59-8BB4CEB82D2E}" srcOrd="2" destOrd="0" parTransId="{7D992B1D-6038-49DC-9904-DA1B9A5FC22D}" sibTransId="{B54898F2-16E5-4DF3-9124-BAA8B8071537}"/>
    <dgm:cxn modelId="{79EFEC9F-34DB-4211-B8EF-F48856DC7215}" srcId="{19ED7A31-6AF3-4E4D-9A5C-473932794AF5}" destId="{A4AC58C6-98AC-4297-8975-FF2455681D14}" srcOrd="0" destOrd="0" parTransId="{9A56D542-F7D5-488A-A7A7-864851AC7C4A}" sibTransId="{D26F874D-EAE3-4E42-A4EE-5C76162905C2}"/>
    <dgm:cxn modelId="{40F4D6A2-5E99-4630-8894-5EE4072A9DCA}" srcId="{19ED7A31-6AF3-4E4D-9A5C-473932794AF5}" destId="{C0577EFF-58D8-46D1-A3FF-FEE5F67FACB6}" srcOrd="4" destOrd="0" parTransId="{BB417661-D1FD-4A38-AEB6-422AB86C77AA}" sibTransId="{ACFAD671-CCF7-4257-BFB8-BA92F2953F41}"/>
    <dgm:cxn modelId="{016542B9-287F-4C44-B109-16F6DAB44C8A}" type="presOf" srcId="{AEB28EBB-7006-4030-9A46-60C3B42395F8}" destId="{DC185BB7-670B-42D7-A365-D8515097A3CA}" srcOrd="0" destOrd="0" presId="urn:microsoft.com/office/officeart/2008/layout/LinedList"/>
    <dgm:cxn modelId="{EAA88FBB-A1DF-410D-AE8D-39C95AF62C53}" type="presOf" srcId="{A4AC58C6-98AC-4297-8975-FF2455681D14}" destId="{089EE8B7-D289-40E5-91D6-BF8C885AB963}" srcOrd="0" destOrd="0" presId="urn:microsoft.com/office/officeart/2008/layout/LinedList"/>
    <dgm:cxn modelId="{CF1ECFD2-2F6D-444C-82E7-23176F0BA34B}" srcId="{19ED7A31-6AF3-4E4D-9A5C-473932794AF5}" destId="{7201E137-20AF-4D65-859C-EE5A32746C52}" srcOrd="6" destOrd="0" parTransId="{B2A7F715-A15A-4C61-A990-F98BB71B26DB}" sibTransId="{8E5C1B96-E832-44DC-87C4-306C1B48AA85}"/>
    <dgm:cxn modelId="{AEA22AF1-6107-49ED-B755-F4C379009698}" type="presOf" srcId="{A0DC6EC8-D249-47CD-8FF9-3E4AD956581D}" destId="{33352A26-1CED-4319-B904-0449D62E38BA}" srcOrd="0" destOrd="0" presId="urn:microsoft.com/office/officeart/2008/layout/LinedList"/>
    <dgm:cxn modelId="{818CD2F3-469C-4A70-BDF5-DFF677F88EDD}" srcId="{19ED7A31-6AF3-4E4D-9A5C-473932794AF5}" destId="{A4E93512-3F16-4714-A77D-3E68120A64AC}" srcOrd="8" destOrd="0" parTransId="{816CEF4A-F539-4AC4-B501-2C49B7241C6C}" sibTransId="{7854529C-DFE7-4F3A-8459-FA856906F381}"/>
    <dgm:cxn modelId="{93FC318C-8568-4455-B08D-153D0896D1F7}" type="presParOf" srcId="{A0D83FF3-C3AA-4172-AEF8-AD6AEB3A9674}" destId="{429A3C96-5D5A-4CC7-872E-D5ABF0845FBE}" srcOrd="0" destOrd="0" presId="urn:microsoft.com/office/officeart/2008/layout/LinedList"/>
    <dgm:cxn modelId="{DE2F122F-0B5E-4C49-9A8C-70F68B814FB9}" type="presParOf" srcId="{A0D83FF3-C3AA-4172-AEF8-AD6AEB3A9674}" destId="{B001EC7D-0EB0-4FE0-BE8D-4CCF647D3513}" srcOrd="1" destOrd="0" presId="urn:microsoft.com/office/officeart/2008/layout/LinedList"/>
    <dgm:cxn modelId="{ED3B7B5D-BA61-482F-ADCA-4EE4DACFCC25}" type="presParOf" srcId="{B001EC7D-0EB0-4FE0-BE8D-4CCF647D3513}" destId="{089EE8B7-D289-40E5-91D6-BF8C885AB963}" srcOrd="0" destOrd="0" presId="urn:microsoft.com/office/officeart/2008/layout/LinedList"/>
    <dgm:cxn modelId="{50111A6B-C840-41C6-8FA6-1D150045030F}" type="presParOf" srcId="{B001EC7D-0EB0-4FE0-BE8D-4CCF647D3513}" destId="{BD542CC2-3CB3-4EEB-8D9E-5D67429CAF2F}" srcOrd="1" destOrd="0" presId="urn:microsoft.com/office/officeart/2008/layout/LinedList"/>
    <dgm:cxn modelId="{B7E08A2C-B80F-4436-9166-55A7ECB66112}" type="presParOf" srcId="{A0D83FF3-C3AA-4172-AEF8-AD6AEB3A9674}" destId="{E791E270-9C47-4703-8855-1531665A819B}" srcOrd="2" destOrd="0" presId="urn:microsoft.com/office/officeart/2008/layout/LinedList"/>
    <dgm:cxn modelId="{040E750B-93C0-40FD-B135-F58C0F894D17}" type="presParOf" srcId="{A0D83FF3-C3AA-4172-AEF8-AD6AEB3A9674}" destId="{2E23E4F5-C7A1-49D6-A91D-ABC4F4C69389}" srcOrd="3" destOrd="0" presId="urn:microsoft.com/office/officeart/2008/layout/LinedList"/>
    <dgm:cxn modelId="{383C5873-1D80-482E-AADA-774DFDA4409D}" type="presParOf" srcId="{2E23E4F5-C7A1-49D6-A91D-ABC4F4C69389}" destId="{33352A26-1CED-4319-B904-0449D62E38BA}" srcOrd="0" destOrd="0" presId="urn:microsoft.com/office/officeart/2008/layout/LinedList"/>
    <dgm:cxn modelId="{150829C9-4CF4-43E1-BE32-62F52C0869E2}" type="presParOf" srcId="{2E23E4F5-C7A1-49D6-A91D-ABC4F4C69389}" destId="{24388AD7-1B40-439E-A6B7-C36D6EC84691}" srcOrd="1" destOrd="0" presId="urn:microsoft.com/office/officeart/2008/layout/LinedList"/>
    <dgm:cxn modelId="{25BC6C24-FBB8-407D-98FC-52D005553FEE}" type="presParOf" srcId="{A0D83FF3-C3AA-4172-AEF8-AD6AEB3A9674}" destId="{717BF1C8-7990-4A56-AA60-582FA62E84E7}" srcOrd="4" destOrd="0" presId="urn:microsoft.com/office/officeart/2008/layout/LinedList"/>
    <dgm:cxn modelId="{C1CEF3B7-DB16-4F2A-B79A-0D1180CE268F}" type="presParOf" srcId="{A0D83FF3-C3AA-4172-AEF8-AD6AEB3A9674}" destId="{53501EA3-8ADE-4D2F-B965-5A2BE978F098}" srcOrd="5" destOrd="0" presId="urn:microsoft.com/office/officeart/2008/layout/LinedList"/>
    <dgm:cxn modelId="{C2021F9B-206C-4107-B4B5-A993D18098C5}" type="presParOf" srcId="{53501EA3-8ADE-4D2F-B965-5A2BE978F098}" destId="{A8F1C405-AB91-4D6A-B451-54135609FF02}" srcOrd="0" destOrd="0" presId="urn:microsoft.com/office/officeart/2008/layout/LinedList"/>
    <dgm:cxn modelId="{547FB6DA-7A18-4AAB-8065-FCC910C055B8}" type="presParOf" srcId="{53501EA3-8ADE-4D2F-B965-5A2BE978F098}" destId="{21459F73-8B60-47FB-85BA-1CC3EFFF5319}" srcOrd="1" destOrd="0" presId="urn:microsoft.com/office/officeart/2008/layout/LinedList"/>
    <dgm:cxn modelId="{E2A5BA7D-097C-42FA-BB61-944A42DA1AF8}" type="presParOf" srcId="{A0D83FF3-C3AA-4172-AEF8-AD6AEB3A9674}" destId="{23CE60EC-AE33-4E0D-9611-D1BE90A15DCC}" srcOrd="6" destOrd="0" presId="urn:microsoft.com/office/officeart/2008/layout/LinedList"/>
    <dgm:cxn modelId="{25CFD029-3C36-4B58-B793-3EF5FA1E61B3}" type="presParOf" srcId="{A0D83FF3-C3AA-4172-AEF8-AD6AEB3A9674}" destId="{845ECDA2-738D-4D56-AD69-7C3F5B76EBC1}" srcOrd="7" destOrd="0" presId="urn:microsoft.com/office/officeart/2008/layout/LinedList"/>
    <dgm:cxn modelId="{8CD9D301-A404-436C-B16A-0967E333D557}" type="presParOf" srcId="{845ECDA2-738D-4D56-AD69-7C3F5B76EBC1}" destId="{62CC36FD-6C1F-4E23-BD05-86367C43C4C4}" srcOrd="0" destOrd="0" presId="urn:microsoft.com/office/officeart/2008/layout/LinedList"/>
    <dgm:cxn modelId="{45CF5239-3C9C-469C-AF69-BCA8A82367BA}" type="presParOf" srcId="{845ECDA2-738D-4D56-AD69-7C3F5B76EBC1}" destId="{07901A58-6E28-49A5-AD83-15B79EF5AFB5}" srcOrd="1" destOrd="0" presId="urn:microsoft.com/office/officeart/2008/layout/LinedList"/>
    <dgm:cxn modelId="{AB206A52-B8A8-4714-8862-6BA707C2EAA7}" type="presParOf" srcId="{A0D83FF3-C3AA-4172-AEF8-AD6AEB3A9674}" destId="{50F9F1F9-4630-4C97-B44F-C077C3699BE0}" srcOrd="8" destOrd="0" presId="urn:microsoft.com/office/officeart/2008/layout/LinedList"/>
    <dgm:cxn modelId="{3C49DCD0-8BCF-484A-BC5F-6E7085196A76}" type="presParOf" srcId="{A0D83FF3-C3AA-4172-AEF8-AD6AEB3A9674}" destId="{8555A53F-7B8C-4642-B2CB-368046B7009D}" srcOrd="9" destOrd="0" presId="urn:microsoft.com/office/officeart/2008/layout/LinedList"/>
    <dgm:cxn modelId="{D1470CAA-9337-47E7-A77E-14688BCE1D3F}" type="presParOf" srcId="{8555A53F-7B8C-4642-B2CB-368046B7009D}" destId="{63111E54-3BC9-4BE9-BAD2-334C7403B6CE}" srcOrd="0" destOrd="0" presId="urn:microsoft.com/office/officeart/2008/layout/LinedList"/>
    <dgm:cxn modelId="{B343D358-506D-4273-A23C-DA4243448629}" type="presParOf" srcId="{8555A53F-7B8C-4642-B2CB-368046B7009D}" destId="{9A9A8A1F-065E-43BF-AE3B-D654030523C7}" srcOrd="1" destOrd="0" presId="urn:microsoft.com/office/officeart/2008/layout/LinedList"/>
    <dgm:cxn modelId="{B0BD9F0F-9CAE-4B54-9838-D53D53E396D7}" type="presParOf" srcId="{A0D83FF3-C3AA-4172-AEF8-AD6AEB3A9674}" destId="{28CBD39B-84C2-4174-AA06-4798BCC7FC96}" srcOrd="10" destOrd="0" presId="urn:microsoft.com/office/officeart/2008/layout/LinedList"/>
    <dgm:cxn modelId="{9C8C3A9B-024B-47DA-A1B0-C856A41027BC}" type="presParOf" srcId="{A0D83FF3-C3AA-4172-AEF8-AD6AEB3A9674}" destId="{2FB99E6F-B328-4940-9A97-9F994569591F}" srcOrd="11" destOrd="0" presId="urn:microsoft.com/office/officeart/2008/layout/LinedList"/>
    <dgm:cxn modelId="{C5D3B827-CFFC-46C5-B1D1-E8AD5B6A1EAC}" type="presParOf" srcId="{2FB99E6F-B328-4940-9A97-9F994569591F}" destId="{E75088D2-9AD7-4EA2-8F37-569D510E84DA}" srcOrd="0" destOrd="0" presId="urn:microsoft.com/office/officeart/2008/layout/LinedList"/>
    <dgm:cxn modelId="{A48FD4EE-4B0A-44F4-8712-717FF59A436A}" type="presParOf" srcId="{2FB99E6F-B328-4940-9A97-9F994569591F}" destId="{00FF2D43-0F8E-469E-9BF5-34D536058BCF}" srcOrd="1" destOrd="0" presId="urn:microsoft.com/office/officeart/2008/layout/LinedList"/>
    <dgm:cxn modelId="{3363655B-C7B9-4D6B-AE19-70CD314A281A}" type="presParOf" srcId="{A0D83FF3-C3AA-4172-AEF8-AD6AEB3A9674}" destId="{7A2BBD77-FE97-4FEC-87CC-79D739DB6A7A}" srcOrd="12" destOrd="0" presId="urn:microsoft.com/office/officeart/2008/layout/LinedList"/>
    <dgm:cxn modelId="{FDF1A81B-AE56-42D6-9B0A-D7E9356B5FD8}" type="presParOf" srcId="{A0D83FF3-C3AA-4172-AEF8-AD6AEB3A9674}" destId="{CE2209D5-3750-41A8-85DA-59DB30C1A72C}" srcOrd="13" destOrd="0" presId="urn:microsoft.com/office/officeart/2008/layout/LinedList"/>
    <dgm:cxn modelId="{AA049B79-D34D-4713-AC59-C53AD860BA26}" type="presParOf" srcId="{CE2209D5-3750-41A8-85DA-59DB30C1A72C}" destId="{5C71DD7E-C3D5-4A90-A047-59A38E1100B4}" srcOrd="0" destOrd="0" presId="urn:microsoft.com/office/officeart/2008/layout/LinedList"/>
    <dgm:cxn modelId="{9F61E5AA-94F6-4B69-B6A7-1A70CA71A68D}" type="presParOf" srcId="{CE2209D5-3750-41A8-85DA-59DB30C1A72C}" destId="{2BF1B34F-67EF-4EBE-943D-F3170C277059}" srcOrd="1" destOrd="0" presId="urn:microsoft.com/office/officeart/2008/layout/LinedList"/>
    <dgm:cxn modelId="{5447B352-D335-43F0-9E21-448A097A8B87}" type="presParOf" srcId="{A0D83FF3-C3AA-4172-AEF8-AD6AEB3A9674}" destId="{F9226C52-F101-4512-9E3D-6F61D2D2F73F}" srcOrd="14" destOrd="0" presId="urn:microsoft.com/office/officeart/2008/layout/LinedList"/>
    <dgm:cxn modelId="{562B7190-CF7B-4962-A676-721D844F944B}" type="presParOf" srcId="{A0D83FF3-C3AA-4172-AEF8-AD6AEB3A9674}" destId="{231028CA-F32F-451E-AFF4-48139B6B8202}" srcOrd="15" destOrd="0" presId="urn:microsoft.com/office/officeart/2008/layout/LinedList"/>
    <dgm:cxn modelId="{EB105C72-46A5-4267-B166-A61DF6F00D40}" type="presParOf" srcId="{231028CA-F32F-451E-AFF4-48139B6B8202}" destId="{DC185BB7-670B-42D7-A365-D8515097A3CA}" srcOrd="0" destOrd="0" presId="urn:microsoft.com/office/officeart/2008/layout/LinedList"/>
    <dgm:cxn modelId="{C7E10FB3-36D5-4F73-A548-DCC7E866188C}" type="presParOf" srcId="{231028CA-F32F-451E-AFF4-48139B6B8202}" destId="{B3CF6841-0D1F-4AD3-9413-211CB093ECB5}" srcOrd="1" destOrd="0" presId="urn:microsoft.com/office/officeart/2008/layout/LinedList"/>
    <dgm:cxn modelId="{0908E8A3-390C-4C24-9639-4167D1179771}" type="presParOf" srcId="{A0D83FF3-C3AA-4172-AEF8-AD6AEB3A9674}" destId="{A1349DA4-016B-41A0-8504-5EC4B9B04C03}" srcOrd="16" destOrd="0" presId="urn:microsoft.com/office/officeart/2008/layout/LinedList"/>
    <dgm:cxn modelId="{50556424-4080-4D19-895F-72B3D71A2A13}" type="presParOf" srcId="{A0D83FF3-C3AA-4172-AEF8-AD6AEB3A9674}" destId="{96913607-15BD-426A-A100-0AF3F52EEDD0}" srcOrd="17" destOrd="0" presId="urn:microsoft.com/office/officeart/2008/layout/LinedList"/>
    <dgm:cxn modelId="{8315D6D7-17E4-4EFA-8862-087024B856BC}" type="presParOf" srcId="{96913607-15BD-426A-A100-0AF3F52EEDD0}" destId="{276FA444-526F-4037-AC1B-68211B335EAE}" srcOrd="0" destOrd="0" presId="urn:microsoft.com/office/officeart/2008/layout/LinedList"/>
    <dgm:cxn modelId="{E1A4E10C-37AF-43F1-8791-EF245A490E53}" type="presParOf" srcId="{96913607-15BD-426A-A100-0AF3F52EEDD0}" destId="{17C4CCE4-5AA2-4B27-8361-427E9E23AB4A}" srcOrd="1" destOrd="0" presId="urn:microsoft.com/office/officeart/2008/layout/LinedList"/>
    <dgm:cxn modelId="{F1110A91-075B-46A7-9E65-39662BE8CBA5}" type="presParOf" srcId="{A0D83FF3-C3AA-4172-AEF8-AD6AEB3A9674}" destId="{0657EBC7-F1A5-40AF-824C-AB19D38E3948}" srcOrd="18" destOrd="0" presId="urn:microsoft.com/office/officeart/2008/layout/LinedList"/>
    <dgm:cxn modelId="{81E6C6FC-C986-4859-ADD4-6A9F807DF008}" type="presParOf" srcId="{A0D83FF3-C3AA-4172-AEF8-AD6AEB3A9674}" destId="{F55589FF-D81E-44B8-8850-223A4E8D67E5}" srcOrd="19" destOrd="0" presId="urn:microsoft.com/office/officeart/2008/layout/LinedList"/>
    <dgm:cxn modelId="{829A0892-EE09-4D88-873C-310559981DA7}" type="presParOf" srcId="{F55589FF-D81E-44B8-8850-223A4E8D67E5}" destId="{1510387D-CE4E-478A-A0CD-C92D72E89729}" srcOrd="0" destOrd="0" presId="urn:microsoft.com/office/officeart/2008/layout/LinedList"/>
    <dgm:cxn modelId="{B07A0492-F5CF-4418-847C-9E44F7B16DB0}" type="presParOf" srcId="{F55589FF-D81E-44B8-8850-223A4E8D67E5}" destId="{1E8B135D-27C7-4B28-92D4-9B0C736C587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81AEDF-92DE-4648-A772-72D5F794C3FE}" type="doc">
      <dgm:prSet loTypeId="urn:microsoft.com/office/officeart/2016/7/layout/LinearArrowProcessNumbered" loCatId="process" qsTypeId="urn:microsoft.com/office/officeart/2005/8/quickstyle/simple3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F61E2AF0-66A3-41D6-9041-A4506014C761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800" b="1" dirty="0"/>
            <a:t>Discovery &amp; Architecture (3 Weeks)</a:t>
          </a:r>
          <a:endParaRPr lang="en-US" sz="800" dirty="0"/>
        </a:p>
        <a:p>
          <a:pPr>
            <a:lnSpc>
              <a:spcPct val="100000"/>
            </a:lnSpc>
            <a:buNone/>
          </a:pPr>
          <a:r>
            <a:rPr lang="en-US" sz="800" b="1" dirty="0"/>
            <a:t>Objective: </a:t>
          </a:r>
          <a:r>
            <a:rPr lang="en-US" sz="800" b="0" dirty="0"/>
            <a:t>Understand current platform and define architecture &amp; MVP scope. Use of </a:t>
          </a:r>
          <a:r>
            <a:rPr lang="en-US" sz="800" b="1" dirty="0"/>
            <a:t>Generative AI</a:t>
          </a:r>
          <a:r>
            <a:rPr lang="en-US" sz="800" b="0" dirty="0"/>
            <a:t> to analyze existing system, legacy APIs, data models and documentation.  </a:t>
          </a:r>
          <a:endParaRPr lang="en-US" sz="800" b="1" dirty="0"/>
        </a:p>
        <a:p>
          <a:pPr>
            <a:lnSpc>
              <a:spcPct val="100000"/>
            </a:lnSpc>
            <a:buNone/>
          </a:pPr>
          <a:r>
            <a:rPr lang="en-US" sz="800" b="1" dirty="0"/>
            <a:t>Deliverables</a:t>
          </a:r>
          <a:endParaRPr lang="en-US" sz="800" dirty="0"/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Current system assessment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Target architecture definition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Product backlog creation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NFR validation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DevOps &amp; environment setup</a:t>
          </a:r>
        </a:p>
      </dgm:t>
    </dgm:pt>
    <dgm:pt modelId="{130182A2-0D7F-4C7F-B858-CD7D5D82992C}" type="parTrans" cxnId="{8E3AE671-7F34-434D-805B-E815C37777E7}">
      <dgm:prSet/>
      <dgm:spPr/>
      <dgm:t>
        <a:bodyPr/>
        <a:lstStyle/>
        <a:p>
          <a:pPr>
            <a:lnSpc>
              <a:spcPct val="100000"/>
            </a:lnSpc>
          </a:pPr>
          <a:endParaRPr lang="en-US" sz="1100"/>
        </a:p>
      </dgm:t>
    </dgm:pt>
    <dgm:pt modelId="{6FB67333-F1D1-48EC-B857-A40933263470}" type="sibTrans" cxnId="{8E3AE671-7F34-434D-805B-E815C37777E7}">
      <dgm:prSet phldrT="1" custT="1"/>
      <dgm:spPr/>
      <dgm:t>
        <a:bodyPr/>
        <a:lstStyle/>
        <a:p>
          <a:pPr>
            <a:lnSpc>
              <a:spcPct val="100000"/>
            </a:lnSpc>
          </a:pPr>
          <a:r>
            <a:rPr lang="en-IN" sz="1050" b="1"/>
            <a:t>Sprint 0</a:t>
          </a:r>
          <a:endParaRPr lang="en-US" sz="1600" b="1" dirty="0"/>
        </a:p>
      </dgm:t>
    </dgm:pt>
    <dgm:pt modelId="{FBFD5D16-22C3-44E7-B7E0-35E6CE9407BF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800" b="1" dirty="0"/>
            <a:t>Platform Foundation (Sprint 1-2)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Goal: </a:t>
          </a:r>
          <a:r>
            <a:rPr lang="en-US" sz="800" b="0" dirty="0"/>
            <a:t>Establish core platform capabilities.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Sprint 1</a:t>
          </a:r>
          <a:endParaRPr lang="en-US" sz="800" dirty="0"/>
        </a:p>
        <a:p>
          <a:pPr>
            <a:lnSpc>
              <a:spcPct val="100000"/>
            </a:lnSpc>
            <a:buNone/>
          </a:pPr>
          <a:r>
            <a:rPr lang="en-US" sz="800" b="0" dirty="0"/>
            <a:t>User authentication &amp; RBAC</a:t>
          </a:r>
        </a:p>
        <a:p>
          <a:pPr>
            <a:lnSpc>
              <a:spcPct val="100000"/>
            </a:lnSpc>
            <a:buNone/>
          </a:pPr>
          <a:r>
            <a:rPr lang="en-US" sz="800" b="0" dirty="0"/>
            <a:t>Web application framework</a:t>
          </a:r>
        </a:p>
        <a:p>
          <a:pPr>
            <a:lnSpc>
              <a:spcPct val="100000"/>
            </a:lnSpc>
            <a:buNone/>
          </a:pPr>
          <a:r>
            <a:rPr lang="en-US" sz="800" b="0" dirty="0"/>
            <a:t>Core API framework</a:t>
          </a:r>
        </a:p>
        <a:p>
          <a:pPr>
            <a:lnSpc>
              <a:spcPct val="100000"/>
            </a:lnSpc>
            <a:buNone/>
          </a:pPr>
          <a:r>
            <a:rPr lang="en-US" sz="800" b="0" dirty="0"/>
            <a:t>Supplier onboarding 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Sprint 2</a:t>
          </a:r>
          <a:endParaRPr lang="en-US" sz="800" dirty="0"/>
        </a:p>
        <a:p>
          <a:pPr>
            <a:lnSpc>
              <a:spcPct val="100000"/>
            </a:lnSpc>
            <a:buNone/>
          </a:pPr>
          <a:r>
            <a:rPr lang="en-US" sz="800" b="0" dirty="0"/>
            <a:t>Supplier management</a:t>
          </a:r>
        </a:p>
        <a:p>
          <a:pPr>
            <a:lnSpc>
              <a:spcPct val="100000"/>
            </a:lnSpc>
            <a:buNone/>
          </a:pPr>
          <a:r>
            <a:rPr lang="en-US" sz="800" b="0" dirty="0"/>
            <a:t>Inventory management</a:t>
          </a:r>
        </a:p>
        <a:p>
          <a:pPr>
            <a:lnSpc>
              <a:spcPct val="100000"/>
            </a:lnSpc>
            <a:buNone/>
          </a:pPr>
          <a:r>
            <a:rPr lang="en-US" sz="800" b="0" dirty="0"/>
            <a:t>Order creation workflow</a:t>
          </a:r>
        </a:p>
        <a:p>
          <a:pPr>
            <a:lnSpc>
              <a:spcPct val="100000"/>
            </a:lnSpc>
            <a:buNone/>
          </a:pPr>
          <a:r>
            <a:rPr lang="en-US" sz="800" b="0" dirty="0"/>
            <a:t>Initial database setup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Deliverable</a:t>
          </a:r>
          <a:br>
            <a:rPr lang="en-US" sz="800" b="1" dirty="0"/>
          </a:br>
          <a:r>
            <a:rPr lang="en-US" sz="800" b="1" dirty="0"/>
            <a:t>👉 </a:t>
          </a:r>
          <a:r>
            <a:rPr lang="en-US" sz="800" b="0" dirty="0"/>
            <a:t>Core platform ready</a:t>
          </a:r>
        </a:p>
      </dgm:t>
    </dgm:pt>
    <dgm:pt modelId="{9185D505-0AED-4E90-98D1-35F174B17179}" type="parTrans" cxnId="{E532D515-5F4E-4098-9E64-A738F019940D}">
      <dgm:prSet/>
      <dgm:spPr/>
      <dgm:t>
        <a:bodyPr/>
        <a:lstStyle/>
        <a:p>
          <a:pPr>
            <a:lnSpc>
              <a:spcPct val="100000"/>
            </a:lnSpc>
          </a:pPr>
          <a:endParaRPr lang="en-US" sz="1100"/>
        </a:p>
      </dgm:t>
    </dgm:pt>
    <dgm:pt modelId="{57DE12E7-8728-4EC8-A4AF-73666AD63D0B}" type="sibTrans" cxnId="{E532D515-5F4E-4098-9E64-A738F019940D}">
      <dgm:prSet phldrT="2" custT="1"/>
      <dgm:spPr/>
      <dgm:t>
        <a:bodyPr/>
        <a:lstStyle/>
        <a:p>
          <a:pPr>
            <a:lnSpc>
              <a:spcPct val="100000"/>
            </a:lnSpc>
          </a:pPr>
          <a:r>
            <a:rPr lang="en-IN" sz="1050" b="1" dirty="0"/>
            <a:t>It-1</a:t>
          </a:r>
          <a:endParaRPr lang="en-US" sz="1050" b="1" dirty="0"/>
        </a:p>
      </dgm:t>
    </dgm:pt>
    <dgm:pt modelId="{96BAE192-FBA8-4A7F-BDB2-48330F5564DE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800" b="1" dirty="0"/>
            <a:t>MVP Delivery (Sprints 3–4)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Goal: </a:t>
          </a:r>
          <a:r>
            <a:rPr lang="en-US" sz="800" b="0" dirty="0"/>
            <a:t>Deliver first usable supply chain platform.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Sprint 3</a:t>
          </a:r>
          <a:endParaRPr lang="en-US" sz="800" dirty="0"/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Inventory workflows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Order lifecycle tracking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Supplier catalog integration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Notifications (basic)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Sprint 4</a:t>
          </a:r>
          <a:endParaRPr lang="en-US" sz="800" dirty="0"/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Shipment tracking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Web portal enhancements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Supplier API integration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Operational dashboards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Deliverable</a:t>
          </a:r>
          <a:br>
            <a:rPr lang="en-US" sz="800" b="1" dirty="0"/>
          </a:br>
          <a:r>
            <a:rPr lang="en-US" sz="800" b="0" dirty="0"/>
            <a:t>👉 MVP Release (End of Sprint 4)</a:t>
          </a:r>
        </a:p>
      </dgm:t>
    </dgm:pt>
    <dgm:pt modelId="{C30D99ED-6DCE-4593-AC3D-59FF0BC7FD78}" type="parTrans" cxnId="{5AC38AB6-A6D9-49F5-AFAD-7DFBC8128A3F}">
      <dgm:prSet/>
      <dgm:spPr/>
      <dgm:t>
        <a:bodyPr/>
        <a:lstStyle/>
        <a:p>
          <a:pPr>
            <a:lnSpc>
              <a:spcPct val="100000"/>
            </a:lnSpc>
          </a:pPr>
          <a:endParaRPr lang="en-US" sz="1100"/>
        </a:p>
      </dgm:t>
    </dgm:pt>
    <dgm:pt modelId="{C7007BA6-146A-49B8-89E7-C159A81B7927}" type="sibTrans" cxnId="{5AC38AB6-A6D9-49F5-AFAD-7DFBC8128A3F}">
      <dgm:prSet phldrT="3" custT="1"/>
      <dgm:spPr/>
      <dgm:t>
        <a:bodyPr spcFirstLastPara="0" vert="horz" wrap="square" lIns="25471" tIns="25471" rIns="25471" bIns="25471" numCol="1" spcCol="1270" anchor="ctr" anchorCtr="0"/>
        <a:lstStyle/>
        <a:p>
          <a:pPr>
            <a:lnSpc>
              <a:spcPct val="100000"/>
            </a:lnSpc>
          </a:pPr>
          <a:r>
            <a:rPr lang="en-IN" sz="1050" b="1" kern="1200">
              <a:latin typeface="Century Gothic" panose="020B0502020202020204"/>
              <a:ea typeface="+mn-ea"/>
              <a:cs typeface="+mn-cs"/>
            </a:rPr>
            <a:t>It-2</a:t>
          </a:r>
          <a:endParaRPr lang="en-US" sz="1050" b="1" kern="1200" dirty="0">
            <a:latin typeface="Century Gothic" panose="020B0502020202020204"/>
            <a:ea typeface="+mn-ea"/>
            <a:cs typeface="+mn-cs"/>
          </a:endParaRPr>
        </a:p>
      </dgm:t>
    </dgm:pt>
    <dgm:pt modelId="{BD0A0662-F5E3-4DFE-99CB-6BD124517924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800" b="1" dirty="0"/>
            <a:t>Mobile &amp; Integrations (Sprints 5–6)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Goal: </a:t>
          </a:r>
          <a:r>
            <a:rPr lang="en-US" sz="800" b="0" dirty="0"/>
            <a:t>Expand access and external integrations.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Sprint 5</a:t>
          </a:r>
          <a:endParaRPr lang="en-US" sz="800" dirty="0"/>
        </a:p>
        <a:p>
          <a:pPr>
            <a:lnSpc>
              <a:spcPct val="100000"/>
            </a:lnSpc>
            <a:buNone/>
          </a:pPr>
          <a:r>
            <a:rPr lang="en-US" sz="800" b="0" dirty="0"/>
            <a:t>Android application</a:t>
          </a:r>
        </a:p>
        <a:p>
          <a:pPr>
            <a:lnSpc>
              <a:spcPct val="100000"/>
            </a:lnSpc>
            <a:buNone/>
          </a:pPr>
          <a:r>
            <a:rPr lang="en-US" sz="800" b="0" dirty="0"/>
            <a:t>Supplier API integrations</a:t>
          </a:r>
        </a:p>
        <a:p>
          <a:pPr>
            <a:lnSpc>
              <a:spcPct val="100000"/>
            </a:lnSpc>
            <a:buNone/>
          </a:pPr>
          <a:r>
            <a:rPr lang="en-US" sz="800" b="0" dirty="0"/>
            <a:t>Order tracking improvements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Sprint 6</a:t>
          </a:r>
          <a:endParaRPr lang="en-US" sz="800" dirty="0"/>
        </a:p>
        <a:p>
          <a:pPr>
            <a:lnSpc>
              <a:spcPct val="100000"/>
            </a:lnSpc>
            <a:buNone/>
          </a:pPr>
          <a:r>
            <a:rPr lang="en-US" sz="800" b="0" dirty="0"/>
            <a:t>Logistics partner integration</a:t>
          </a:r>
        </a:p>
        <a:p>
          <a:pPr>
            <a:lnSpc>
              <a:spcPct val="100000"/>
            </a:lnSpc>
            <a:buNone/>
          </a:pPr>
          <a:r>
            <a:rPr lang="en-US" sz="800" b="0" dirty="0"/>
            <a:t>Shipment tracking enhancements</a:t>
          </a:r>
        </a:p>
        <a:p>
          <a:pPr>
            <a:lnSpc>
              <a:spcPct val="100000"/>
            </a:lnSpc>
            <a:buNone/>
          </a:pPr>
          <a:r>
            <a:rPr lang="en-US" sz="800" b="0" dirty="0"/>
            <a:t>Notification improvements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Deliverable</a:t>
          </a:r>
          <a:br>
            <a:rPr lang="en-US" sz="800" b="1" dirty="0"/>
          </a:br>
          <a:r>
            <a:rPr lang="en-US" sz="800" b="1" dirty="0"/>
            <a:t>👉 </a:t>
          </a:r>
          <a:r>
            <a:rPr lang="en-US" sz="800" b="0" dirty="0"/>
            <a:t>Multi-channel supply chain platform</a:t>
          </a:r>
        </a:p>
      </dgm:t>
    </dgm:pt>
    <dgm:pt modelId="{D41CA0D3-D1E2-4F70-AF8F-908280358B1B}" type="parTrans" cxnId="{60C3AB5D-0A6A-4515-93D8-3047A9CE36CE}">
      <dgm:prSet/>
      <dgm:spPr/>
      <dgm:t>
        <a:bodyPr/>
        <a:lstStyle/>
        <a:p>
          <a:pPr>
            <a:lnSpc>
              <a:spcPct val="100000"/>
            </a:lnSpc>
          </a:pPr>
          <a:endParaRPr lang="en-US" sz="1100"/>
        </a:p>
      </dgm:t>
    </dgm:pt>
    <dgm:pt modelId="{C89542B7-0C03-4160-BFB3-5E0FF218224D}" type="sibTrans" cxnId="{60C3AB5D-0A6A-4515-93D8-3047A9CE36CE}">
      <dgm:prSet phldrT="4" custT="1"/>
      <dgm:spPr/>
      <dgm:t>
        <a:bodyPr spcFirstLastPara="0" vert="horz" wrap="square" lIns="25471" tIns="25471" rIns="25471" bIns="25471" numCol="1" spcCol="1270" anchor="ctr" anchorCtr="0"/>
        <a:lstStyle/>
        <a:p>
          <a:pPr>
            <a:lnSpc>
              <a:spcPct val="100000"/>
            </a:lnSpc>
          </a:pPr>
          <a:r>
            <a:rPr lang="en-IN" sz="1050" b="1" kern="1200">
              <a:latin typeface="Century Gothic" panose="020B0502020202020204"/>
              <a:ea typeface="+mn-ea"/>
              <a:cs typeface="+mn-cs"/>
            </a:rPr>
            <a:t>It-3</a:t>
          </a:r>
          <a:endParaRPr lang="en-US" sz="1050" b="1" kern="1200" dirty="0">
            <a:latin typeface="Century Gothic" panose="020B0502020202020204"/>
            <a:ea typeface="+mn-ea"/>
            <a:cs typeface="+mn-cs"/>
          </a:endParaRPr>
        </a:p>
      </dgm:t>
    </dgm:pt>
    <dgm:pt modelId="{AB1C53ED-880C-4739-9B81-FAA4929645B0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800" b="1" dirty="0"/>
            <a:t>Scalability &amp; Reliability (Sprints 7–8)</a:t>
          </a:r>
          <a:endParaRPr lang="en-US" sz="800" dirty="0"/>
        </a:p>
        <a:p>
          <a:pPr>
            <a:lnSpc>
              <a:spcPct val="100000"/>
            </a:lnSpc>
            <a:buNone/>
          </a:pPr>
          <a:r>
            <a:rPr lang="en-US" sz="800" b="1" dirty="0"/>
            <a:t>Goal: </a:t>
          </a:r>
          <a:r>
            <a:rPr lang="en-US" sz="800" b="0" dirty="0"/>
            <a:t>Improve platform scalability and operational maturity.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Sprint 7</a:t>
          </a:r>
          <a:endParaRPr lang="en-US" sz="800" dirty="0"/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Event-driven messaging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Performance optimization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Auto-scaling setup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Sprint 8</a:t>
          </a:r>
          <a:endParaRPr lang="en-US" sz="800" dirty="0"/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Monitoring &amp; observability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Security enhancements</a:t>
          </a:r>
        </a:p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800" b="0" dirty="0"/>
            <a:t>Integration hardening</a:t>
          </a:r>
        </a:p>
        <a:p>
          <a:pPr>
            <a:lnSpc>
              <a:spcPct val="100000"/>
            </a:lnSpc>
            <a:buNone/>
          </a:pPr>
          <a:r>
            <a:rPr lang="en-US" sz="800" b="1" dirty="0"/>
            <a:t>Deliverable</a:t>
          </a:r>
          <a:br>
            <a:rPr lang="en-US" sz="800" b="1" dirty="0"/>
          </a:br>
          <a:r>
            <a:rPr lang="en-US" sz="800" b="0" dirty="0"/>
            <a:t>👉 Enterprise-grade scalable platform</a:t>
          </a:r>
        </a:p>
      </dgm:t>
    </dgm:pt>
    <dgm:pt modelId="{00DBD3BE-67C9-4D05-8D2F-DBB2EEEB00E1}" type="parTrans" cxnId="{13BBC70E-952A-4C4C-BC71-D6FC2C9E5222}">
      <dgm:prSet/>
      <dgm:spPr/>
      <dgm:t>
        <a:bodyPr/>
        <a:lstStyle/>
        <a:p>
          <a:pPr>
            <a:lnSpc>
              <a:spcPct val="100000"/>
            </a:lnSpc>
          </a:pPr>
          <a:endParaRPr lang="en-US" sz="1100"/>
        </a:p>
      </dgm:t>
    </dgm:pt>
    <dgm:pt modelId="{D378C7CF-FB4C-404A-9780-B2EB84BF2700}" type="sibTrans" cxnId="{13BBC70E-952A-4C4C-BC71-D6FC2C9E5222}">
      <dgm:prSet phldrT="5" custT="1"/>
      <dgm:spPr/>
      <dgm:t>
        <a:bodyPr spcFirstLastPara="0" vert="horz" wrap="square" lIns="25471" tIns="25471" rIns="25471" bIns="25471" numCol="1" spcCol="1270" anchor="ctr" anchorCtr="0"/>
        <a:lstStyle/>
        <a:p>
          <a:pPr>
            <a:lnSpc>
              <a:spcPct val="100000"/>
            </a:lnSpc>
          </a:pPr>
          <a:r>
            <a:rPr lang="en-IN" sz="1050" b="1" kern="1200">
              <a:latin typeface="Century Gothic" panose="020B0502020202020204"/>
              <a:ea typeface="+mn-ea"/>
              <a:cs typeface="+mn-cs"/>
            </a:rPr>
            <a:t>It-4</a:t>
          </a:r>
          <a:endParaRPr lang="en-US" sz="1050" b="1" kern="1200" dirty="0">
            <a:latin typeface="Century Gothic" panose="020B0502020202020204"/>
            <a:ea typeface="+mn-ea"/>
            <a:cs typeface="+mn-cs"/>
          </a:endParaRPr>
        </a:p>
      </dgm:t>
    </dgm:pt>
    <dgm:pt modelId="{D51D18D0-E1E4-4390-B283-DD97E2ED61EF}">
      <dgm:prSet custT="1"/>
      <dgm:spPr/>
      <dgm:t>
        <a:bodyPr spcFirstLastPara="0" vert="horz" wrap="square" lIns="141518" tIns="165100" rIns="141518" bIns="165100" numCol="1" spcCol="1270" anchor="t" anchorCtr="0"/>
        <a:lstStyle/>
        <a:p>
          <a:pPr>
            <a:lnSpc>
              <a:spcPct val="100000"/>
            </a:lnSpc>
            <a:buNone/>
          </a:pPr>
          <a:r>
            <a:rPr lang="en-US" sz="800" b="1" kern="1200" dirty="0"/>
            <a:t>Data &amp; Insights (Sprints 9–10)</a:t>
          </a:r>
        </a:p>
      </dgm:t>
    </dgm:pt>
    <dgm:pt modelId="{E203EF70-B53C-4043-AE43-EC8C5CD938EB}" type="parTrans" cxnId="{1C8ED6E5-A289-4632-B8EA-8517443F7715}">
      <dgm:prSet/>
      <dgm:spPr/>
      <dgm:t>
        <a:bodyPr/>
        <a:lstStyle/>
        <a:p>
          <a:pPr>
            <a:lnSpc>
              <a:spcPct val="100000"/>
            </a:lnSpc>
          </a:pPr>
          <a:endParaRPr lang="en-US" sz="1100"/>
        </a:p>
      </dgm:t>
    </dgm:pt>
    <dgm:pt modelId="{EDC82422-C45A-48CC-B8E2-14CF621FBFE3}" type="sibTrans" cxnId="{1C8ED6E5-A289-4632-B8EA-8517443F7715}">
      <dgm:prSet phldrT="6" custT="1"/>
      <dgm:spPr/>
      <dgm:t>
        <a:bodyPr/>
        <a:lstStyle/>
        <a:p>
          <a:pPr>
            <a:lnSpc>
              <a:spcPct val="100000"/>
            </a:lnSpc>
          </a:pPr>
          <a:r>
            <a:rPr lang="en-IN" sz="1050" b="1" kern="1200">
              <a:latin typeface="Century Gothic" panose="020B0502020202020204"/>
              <a:ea typeface="+mn-ea"/>
              <a:cs typeface="+mn-cs"/>
            </a:rPr>
            <a:t>It-5</a:t>
          </a:r>
          <a:endParaRPr lang="en-US" sz="1050" b="1" kern="1200" dirty="0">
            <a:latin typeface="Century Gothic" panose="020B0502020202020204"/>
            <a:ea typeface="+mn-ea"/>
            <a:cs typeface="+mn-cs"/>
          </a:endParaRPr>
        </a:p>
      </dgm:t>
    </dgm:pt>
    <dgm:pt modelId="{8BA3865D-EA73-455D-9274-09A511A8F0F2}">
      <dgm:prSet custT="1"/>
      <dgm:spPr/>
      <dgm:t>
        <a:bodyPr spcFirstLastPara="0" vert="horz" wrap="square" lIns="141518" tIns="165100" rIns="141518" bIns="165100" numCol="1" spcCol="1270" anchor="t" anchorCtr="0"/>
        <a:lstStyle/>
        <a:p>
          <a:pPr>
            <a:lnSpc>
              <a:spcPct val="100000"/>
            </a:lnSpc>
            <a:buNone/>
          </a:pPr>
          <a:r>
            <a:rPr lang="en-US" sz="800" b="1" kern="1200" dirty="0"/>
            <a:t>Goal: </a:t>
          </a:r>
          <a:r>
            <a:rPr lang="en-US" sz="800" b="0" kern="1200" dirty="0"/>
            <a:t>Enable analytics and operational insights.</a:t>
          </a:r>
        </a:p>
      </dgm:t>
    </dgm:pt>
    <dgm:pt modelId="{C55C9E18-EA93-4BEA-A62B-C3C5B667C04A}" type="parTrans" cxnId="{AA1D977C-31BE-4310-AAED-8BA27CC48E4A}">
      <dgm:prSet/>
      <dgm:spPr/>
      <dgm:t>
        <a:bodyPr/>
        <a:lstStyle/>
        <a:p>
          <a:pPr>
            <a:lnSpc>
              <a:spcPct val="100000"/>
            </a:lnSpc>
          </a:pPr>
          <a:endParaRPr lang="en-US" sz="1100"/>
        </a:p>
      </dgm:t>
    </dgm:pt>
    <dgm:pt modelId="{F0B955B7-4111-4CCB-93B8-75F5BA899693}" type="sibTrans" cxnId="{AA1D977C-31BE-4310-AAED-8BA27CC48E4A}">
      <dgm:prSet/>
      <dgm:spPr/>
      <dgm:t>
        <a:bodyPr/>
        <a:lstStyle/>
        <a:p>
          <a:pPr>
            <a:lnSpc>
              <a:spcPct val="100000"/>
            </a:lnSpc>
          </a:pPr>
          <a:endParaRPr lang="en-US" sz="1100"/>
        </a:p>
      </dgm:t>
    </dgm:pt>
    <dgm:pt modelId="{D9594065-73E8-4813-BA0D-B9AEF44C329B}">
      <dgm:prSet custT="1"/>
      <dgm:spPr/>
      <dgm:t>
        <a:bodyPr spcFirstLastPara="0" vert="horz" wrap="square" lIns="141518" tIns="165100" rIns="141518" bIns="165100" numCol="1" spcCol="1270" anchor="t" anchorCtr="0"/>
        <a:lstStyle/>
        <a:p>
          <a:pPr>
            <a:buNone/>
          </a:pPr>
          <a:r>
            <a:rPr lang="en-US" sz="800" b="1" kern="1200" dirty="0"/>
            <a:t>Sprint 9</a:t>
          </a:r>
          <a:endParaRPr lang="en-US" sz="800" kern="1200" dirty="0"/>
        </a:p>
      </dgm:t>
    </dgm:pt>
    <dgm:pt modelId="{20C8D15A-6B52-4BA0-A097-3B30456DAD2F}" type="parTrans" cxnId="{CBE301C8-DE35-40E9-A05E-E6F35BA52B4C}">
      <dgm:prSet/>
      <dgm:spPr/>
      <dgm:t>
        <a:bodyPr/>
        <a:lstStyle/>
        <a:p>
          <a:endParaRPr lang="en-US"/>
        </a:p>
      </dgm:t>
    </dgm:pt>
    <dgm:pt modelId="{EA2F9ACA-CAD8-4491-B3E7-99D26AFB90EC}" type="sibTrans" cxnId="{CBE301C8-DE35-40E9-A05E-E6F35BA52B4C}">
      <dgm:prSet/>
      <dgm:spPr/>
      <dgm:t>
        <a:bodyPr/>
        <a:lstStyle/>
        <a:p>
          <a:endParaRPr lang="en-US"/>
        </a:p>
      </dgm:t>
    </dgm:pt>
    <dgm:pt modelId="{BCD8513F-CCBA-4901-A33D-46CF54EB6CC6}">
      <dgm:prSet custT="1"/>
      <dgm:spPr/>
      <dgm:t>
        <a:bodyPr spcFirstLastPara="0" vert="horz" wrap="square" lIns="141518" tIns="165100" rIns="141518" bIns="165100" numCol="1" spcCol="1270" anchor="t" anchorCtr="0"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Data pipelines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gm:t>
    </dgm:pt>
    <dgm:pt modelId="{81E5399D-EDC3-46A2-9DCD-EC401410F206}" type="parTrans" cxnId="{647B71AE-9804-4941-8DF0-B79070C3AA9F}">
      <dgm:prSet/>
      <dgm:spPr/>
      <dgm:t>
        <a:bodyPr/>
        <a:lstStyle/>
        <a:p>
          <a:endParaRPr lang="en-US"/>
        </a:p>
      </dgm:t>
    </dgm:pt>
    <dgm:pt modelId="{6666934F-413E-4C24-9D62-AC377D884CD5}" type="sibTrans" cxnId="{647B71AE-9804-4941-8DF0-B79070C3AA9F}">
      <dgm:prSet/>
      <dgm:spPr/>
      <dgm:t>
        <a:bodyPr/>
        <a:lstStyle/>
        <a:p>
          <a:endParaRPr lang="en-US"/>
        </a:p>
      </dgm:t>
    </dgm:pt>
    <dgm:pt modelId="{296F4464-AA53-454E-AC7E-F8203A5F5438}">
      <dgm:prSet custT="1"/>
      <dgm:spPr/>
      <dgm:t>
        <a:bodyPr spcFirstLastPara="0" vert="horz" wrap="square" lIns="141518" tIns="165100" rIns="141518" bIns="165100" numCol="1" spcCol="1270" anchor="t" anchorCtr="0"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Reporting services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gm:t>
    </dgm:pt>
    <dgm:pt modelId="{AE20CF9C-FB1C-4BC5-B82E-F2D2BAE6151A}" type="parTrans" cxnId="{264E47AD-762B-42A9-B686-30346A899AE6}">
      <dgm:prSet/>
      <dgm:spPr/>
      <dgm:t>
        <a:bodyPr/>
        <a:lstStyle/>
        <a:p>
          <a:endParaRPr lang="en-US"/>
        </a:p>
      </dgm:t>
    </dgm:pt>
    <dgm:pt modelId="{B0A7698D-4534-4C90-BB58-14314BF62027}" type="sibTrans" cxnId="{264E47AD-762B-42A9-B686-30346A899AE6}">
      <dgm:prSet/>
      <dgm:spPr/>
      <dgm:t>
        <a:bodyPr/>
        <a:lstStyle/>
        <a:p>
          <a:endParaRPr lang="en-US"/>
        </a:p>
      </dgm:t>
    </dgm:pt>
    <dgm:pt modelId="{2D77189B-7DAD-4829-86C8-9BB548C6A9D3}">
      <dgm:prSet custT="1"/>
      <dgm:spPr/>
      <dgm:t>
        <a:bodyPr spcFirstLastPara="0" vert="horz" wrap="square" lIns="141518" tIns="165100" rIns="141518" bIns="165100" numCol="1" spcCol="1270" anchor="t" anchorCtr="0"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US" sz="800" b="0" kern="1200" dirty="0">
              <a:latin typeface="Century Gothic" panose="020B0502020202020204"/>
              <a:ea typeface="+mn-ea"/>
              <a:cs typeface="+mn-cs"/>
            </a:rPr>
            <a:t>Demand–supply analytics</a:t>
          </a:r>
        </a:p>
      </dgm:t>
    </dgm:pt>
    <dgm:pt modelId="{FA621EC7-D1DA-44A6-82A2-5751861A26E2}" type="parTrans" cxnId="{B03EBA36-F663-41B2-BF96-F60139CDAF01}">
      <dgm:prSet/>
      <dgm:spPr/>
      <dgm:t>
        <a:bodyPr/>
        <a:lstStyle/>
        <a:p>
          <a:endParaRPr lang="en-US"/>
        </a:p>
      </dgm:t>
    </dgm:pt>
    <dgm:pt modelId="{0DEA1AC7-B36C-4536-B6EE-94A4B8C7E06F}" type="sibTrans" cxnId="{B03EBA36-F663-41B2-BF96-F60139CDAF01}">
      <dgm:prSet/>
      <dgm:spPr/>
      <dgm:t>
        <a:bodyPr/>
        <a:lstStyle/>
        <a:p>
          <a:endParaRPr lang="en-US"/>
        </a:p>
      </dgm:t>
    </dgm:pt>
    <dgm:pt modelId="{1496241F-5E44-4949-8359-ECDD8F6E7F0B}">
      <dgm:prSet custT="1"/>
      <dgm:spPr/>
      <dgm:t>
        <a:bodyPr spcFirstLastPara="0" vert="horz" wrap="square" lIns="141518" tIns="165100" rIns="141518" bIns="165100" numCol="1" spcCol="1270" anchor="t" anchorCtr="0"/>
        <a:lstStyle/>
        <a:p>
          <a:pPr>
            <a:buNone/>
          </a:pPr>
          <a:r>
            <a:rPr lang="en-US" sz="800" b="1" kern="1200" dirty="0"/>
            <a:t>Sprint 10</a:t>
          </a:r>
          <a:endParaRPr lang="en-US" sz="800" kern="1200" dirty="0"/>
        </a:p>
      </dgm:t>
    </dgm:pt>
    <dgm:pt modelId="{905350C4-684F-4D5C-801A-04D675E6E8C0}" type="parTrans" cxnId="{92C51ADC-3518-4C42-8B00-348032C915C0}">
      <dgm:prSet/>
      <dgm:spPr/>
      <dgm:t>
        <a:bodyPr/>
        <a:lstStyle/>
        <a:p>
          <a:endParaRPr lang="en-US"/>
        </a:p>
      </dgm:t>
    </dgm:pt>
    <dgm:pt modelId="{FC3CA37E-A413-4C50-99F4-77F8EA3DEE1E}" type="sibTrans" cxnId="{92C51ADC-3518-4C42-8B00-348032C915C0}">
      <dgm:prSet/>
      <dgm:spPr/>
      <dgm:t>
        <a:bodyPr/>
        <a:lstStyle/>
        <a:p>
          <a:endParaRPr lang="en-US"/>
        </a:p>
      </dgm:t>
    </dgm:pt>
    <dgm:pt modelId="{875B7D1F-4FC7-407B-89D7-455F9EDC8EDF}">
      <dgm:prSet custT="1"/>
      <dgm:spPr/>
      <dgm:t>
        <a:bodyPr spcFirstLastPara="0" vert="horz" wrap="square" lIns="141518" tIns="165100" rIns="141518" bIns="165100" numCol="1" spcCol="1270" anchor="t" anchorCtr="0"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Power BI dashboards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gm:t>
    </dgm:pt>
    <dgm:pt modelId="{EED4BF8C-7F0A-4544-80BD-0310BA903F3E}" type="parTrans" cxnId="{50921067-FBE0-4361-8771-DFCB3EFC4FCF}">
      <dgm:prSet/>
      <dgm:spPr/>
      <dgm:t>
        <a:bodyPr/>
        <a:lstStyle/>
        <a:p>
          <a:endParaRPr lang="en-US"/>
        </a:p>
      </dgm:t>
    </dgm:pt>
    <dgm:pt modelId="{AC43F74C-D85E-4847-BD53-BE34683FCD57}" type="sibTrans" cxnId="{50921067-FBE0-4361-8771-DFCB3EFC4FCF}">
      <dgm:prSet/>
      <dgm:spPr/>
      <dgm:t>
        <a:bodyPr/>
        <a:lstStyle/>
        <a:p>
          <a:endParaRPr lang="en-US"/>
        </a:p>
      </dgm:t>
    </dgm:pt>
    <dgm:pt modelId="{0166BD6E-F1F4-4B15-90A5-C61FD20E3A33}">
      <dgm:prSet custT="1"/>
      <dgm:spPr/>
      <dgm:t>
        <a:bodyPr spcFirstLastPara="0" vert="horz" wrap="square" lIns="141518" tIns="165100" rIns="141518" bIns="165100" numCol="1" spcCol="1270" anchor="t" anchorCtr="0"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Operational KPIs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gm:t>
    </dgm:pt>
    <dgm:pt modelId="{14F46A72-2E10-4857-9825-C0FB519CF4C9}" type="parTrans" cxnId="{E150B0F0-4CB9-46FA-8F38-C0CA7B9AF861}">
      <dgm:prSet/>
      <dgm:spPr/>
      <dgm:t>
        <a:bodyPr/>
        <a:lstStyle/>
        <a:p>
          <a:endParaRPr lang="en-US"/>
        </a:p>
      </dgm:t>
    </dgm:pt>
    <dgm:pt modelId="{83FA1748-EDBD-48E9-9003-749D6C66D10F}" type="sibTrans" cxnId="{E150B0F0-4CB9-46FA-8F38-C0CA7B9AF861}">
      <dgm:prSet/>
      <dgm:spPr/>
      <dgm:t>
        <a:bodyPr/>
        <a:lstStyle/>
        <a:p>
          <a:endParaRPr lang="en-US"/>
        </a:p>
      </dgm:t>
    </dgm:pt>
    <dgm:pt modelId="{7B1D648A-3B09-4504-92D8-8BC649F6061C}">
      <dgm:prSet custT="1"/>
      <dgm:spPr/>
      <dgm:t>
        <a:bodyPr spcFirstLastPara="0" vert="horz" wrap="square" lIns="141518" tIns="165100" rIns="141518" bIns="165100" numCol="1" spcCol="1270" anchor="t" anchorCtr="0"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Advanced analytics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gm:t>
    </dgm:pt>
    <dgm:pt modelId="{063DE52B-B733-4554-9C9C-B474D4EF6012}" type="parTrans" cxnId="{7A367ED5-266E-420B-9121-3AFB10D0096E}">
      <dgm:prSet/>
      <dgm:spPr/>
      <dgm:t>
        <a:bodyPr/>
        <a:lstStyle/>
        <a:p>
          <a:endParaRPr lang="en-US"/>
        </a:p>
      </dgm:t>
    </dgm:pt>
    <dgm:pt modelId="{05B6BDF6-CA6E-4677-84AA-E74D667118E9}" type="sibTrans" cxnId="{7A367ED5-266E-420B-9121-3AFB10D0096E}">
      <dgm:prSet/>
      <dgm:spPr/>
      <dgm:t>
        <a:bodyPr/>
        <a:lstStyle/>
        <a:p>
          <a:endParaRPr lang="en-US"/>
        </a:p>
      </dgm:t>
    </dgm:pt>
    <dgm:pt modelId="{A3E217F1-7C35-4DB3-AB0F-E62714CD2D81}">
      <dgm:prSet custT="1"/>
      <dgm:spPr/>
      <dgm:t>
        <a:bodyPr spcFirstLastPara="0" vert="horz" wrap="square" lIns="141518" tIns="165100" rIns="141518" bIns="165100" numCol="1" spcCol="1270" anchor="t" anchorCtr="0"/>
        <a:lstStyle/>
        <a:p>
          <a:pPr>
            <a:buNone/>
          </a:pPr>
          <a:r>
            <a:rPr lang="en-US" sz="800" b="1" kern="1200"/>
            <a:t>Deliverable</a:t>
          </a:r>
          <a:endParaRPr lang="en-US" sz="800" b="0" kern="1200" dirty="0"/>
        </a:p>
      </dgm:t>
    </dgm:pt>
    <dgm:pt modelId="{7B608DA0-4A62-4518-B97A-4F961CC7F1AF}" type="parTrans" cxnId="{CF3CFFF6-2E47-4528-AEF9-4573754AC89D}">
      <dgm:prSet/>
      <dgm:spPr/>
      <dgm:t>
        <a:bodyPr/>
        <a:lstStyle/>
        <a:p>
          <a:endParaRPr lang="en-US"/>
        </a:p>
      </dgm:t>
    </dgm:pt>
    <dgm:pt modelId="{E83B8DFA-A41A-4E75-B3B0-23064945B4B4}" type="sibTrans" cxnId="{CF3CFFF6-2E47-4528-AEF9-4573754AC89D}">
      <dgm:prSet/>
      <dgm:spPr/>
      <dgm:t>
        <a:bodyPr/>
        <a:lstStyle/>
        <a:p>
          <a:endParaRPr lang="en-US"/>
        </a:p>
      </dgm:t>
    </dgm:pt>
    <dgm:pt modelId="{C531256F-935A-4E5E-BACB-31C73D5E4730}">
      <dgm:prSet custT="1"/>
      <dgm:spPr/>
      <dgm:t>
        <a:bodyPr spcFirstLastPara="0" vert="horz" wrap="square" lIns="141518" tIns="165100" rIns="141518" bIns="165100" numCol="1" spcCol="1270" anchor="t" anchorCtr="0"/>
        <a:lstStyle/>
        <a:p>
          <a:pPr>
            <a:buNone/>
          </a:pPr>
          <a:r>
            <a:rPr lang="en-US" sz="800" b="0" kern="1200" dirty="0"/>
            <a:t>👉 Supply chain analytics &amp; insights</a:t>
          </a:r>
        </a:p>
      </dgm:t>
    </dgm:pt>
    <dgm:pt modelId="{A0CD2918-91A9-497B-8537-9B85D63CCFC0}" type="parTrans" cxnId="{D38146DF-48AD-4172-BA5E-99BFAF288F41}">
      <dgm:prSet/>
      <dgm:spPr/>
      <dgm:t>
        <a:bodyPr/>
        <a:lstStyle/>
        <a:p>
          <a:endParaRPr lang="en-US"/>
        </a:p>
      </dgm:t>
    </dgm:pt>
    <dgm:pt modelId="{D953F379-01B1-4097-84BF-33CB41317021}" type="sibTrans" cxnId="{D38146DF-48AD-4172-BA5E-99BFAF288F41}">
      <dgm:prSet/>
      <dgm:spPr/>
      <dgm:t>
        <a:bodyPr/>
        <a:lstStyle/>
        <a:p>
          <a:endParaRPr lang="en-US"/>
        </a:p>
      </dgm:t>
    </dgm:pt>
    <dgm:pt modelId="{B4959FEB-9F47-412D-9D52-C998634698A0}">
      <dgm:prSet custT="1"/>
      <dgm:spPr/>
      <dgm:t>
        <a:bodyPr/>
        <a:lstStyle/>
        <a:p>
          <a:pPr>
            <a:buNone/>
          </a:pPr>
          <a:r>
            <a:rPr lang="en-US" sz="800" b="1" kern="1200" dirty="0"/>
            <a:t>Production Readiness</a:t>
          </a:r>
          <a:endParaRPr lang="en-US" sz="800" b="0" kern="1200" dirty="0"/>
        </a:p>
      </dgm:t>
    </dgm:pt>
    <dgm:pt modelId="{501A50FF-560E-49A9-AB00-9E378613F1F9}" type="parTrans" cxnId="{F1F69D0E-56C0-4CD2-A6CD-7B320E354A09}">
      <dgm:prSet/>
      <dgm:spPr/>
      <dgm:t>
        <a:bodyPr/>
        <a:lstStyle/>
        <a:p>
          <a:endParaRPr lang="en-US"/>
        </a:p>
      </dgm:t>
    </dgm:pt>
    <dgm:pt modelId="{7F9622E7-7AA0-4F93-AD44-42E83F08D808}" type="sibTrans" cxnId="{F1F69D0E-56C0-4CD2-A6CD-7B320E354A09}">
      <dgm:prSet custT="1"/>
      <dgm:spPr/>
      <dgm:t>
        <a:bodyPr/>
        <a:lstStyle/>
        <a:p>
          <a:r>
            <a:rPr lang="en-IN" sz="1050" b="1" kern="1200">
              <a:latin typeface="Century Gothic" panose="020B0502020202020204"/>
              <a:ea typeface="+mn-ea"/>
              <a:cs typeface="+mn-cs"/>
            </a:rPr>
            <a:t>Final</a:t>
          </a:r>
          <a:endParaRPr lang="en-US" sz="1050" b="1" kern="1200" dirty="0">
            <a:latin typeface="Century Gothic" panose="020B0502020202020204"/>
            <a:ea typeface="+mn-ea"/>
            <a:cs typeface="+mn-cs"/>
          </a:endParaRPr>
        </a:p>
      </dgm:t>
    </dgm:pt>
    <dgm:pt modelId="{0B13B34D-DB65-4C5C-9C0C-9E44B24C85CC}">
      <dgm:prSet custT="1"/>
      <dgm:spPr/>
      <dgm:t>
        <a:bodyPr/>
        <a:lstStyle/>
        <a:p>
          <a:pPr>
            <a:buNone/>
          </a:pPr>
          <a:r>
            <a:rPr lang="en-US" sz="800" b="1" kern="1200">
              <a:latin typeface="Century Gothic" panose="020B0502020202020204"/>
              <a:ea typeface="+mn-ea"/>
              <a:cs typeface="+mn-cs"/>
            </a:rPr>
            <a:t>Goal:</a:t>
          </a:r>
          <a:r>
            <a:rPr lang="en-US" sz="800" b="0" kern="1200">
              <a:latin typeface="Century Gothic" panose="020B0502020202020204"/>
              <a:ea typeface="+mn-ea"/>
              <a:cs typeface="+mn-cs"/>
            </a:rPr>
            <a:t> Prepare platform for production rollout.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gm:t>
    </dgm:pt>
    <dgm:pt modelId="{B098747B-ECB9-4EBE-BA7C-659157247892}" type="parTrans" cxnId="{7802E648-2723-4C64-A740-C8CF017895A0}">
      <dgm:prSet/>
      <dgm:spPr/>
      <dgm:t>
        <a:bodyPr/>
        <a:lstStyle/>
        <a:p>
          <a:endParaRPr lang="en-US"/>
        </a:p>
      </dgm:t>
    </dgm:pt>
    <dgm:pt modelId="{8441FB76-2047-421D-BFD5-515B8FE67149}" type="sibTrans" cxnId="{7802E648-2723-4C64-A740-C8CF017895A0}">
      <dgm:prSet/>
      <dgm:spPr/>
      <dgm:t>
        <a:bodyPr/>
        <a:lstStyle/>
        <a:p>
          <a:endParaRPr lang="en-US"/>
        </a:p>
      </dgm:t>
    </dgm:pt>
    <dgm:pt modelId="{92CE44C6-5273-40ED-ADC9-07F2DBD29041}">
      <dgm:prSet custT="1"/>
      <dgm:spPr/>
      <dgm:t>
        <a:bodyPr/>
        <a:lstStyle/>
        <a:p>
          <a:pPr>
            <a:buNone/>
          </a:pPr>
          <a:r>
            <a:rPr lang="en-US" sz="800" b="1" kern="1200">
              <a:latin typeface="Century Gothic" panose="020B0502020202020204"/>
              <a:ea typeface="+mn-ea"/>
              <a:cs typeface="+mn-cs"/>
            </a:rPr>
            <a:t>Activities</a:t>
          </a:r>
          <a:endParaRPr lang="en-US" sz="800" b="1" kern="1200" dirty="0">
            <a:latin typeface="Century Gothic" panose="020B0502020202020204"/>
            <a:ea typeface="+mn-ea"/>
            <a:cs typeface="+mn-cs"/>
          </a:endParaRPr>
        </a:p>
      </dgm:t>
    </dgm:pt>
    <dgm:pt modelId="{2D4B4099-48CD-40AF-AC85-9D7A546A7E7E}" type="parTrans" cxnId="{5D487758-3861-410B-8605-2C7A02E2C7BD}">
      <dgm:prSet/>
      <dgm:spPr/>
      <dgm:t>
        <a:bodyPr/>
        <a:lstStyle/>
        <a:p>
          <a:endParaRPr lang="en-US"/>
        </a:p>
      </dgm:t>
    </dgm:pt>
    <dgm:pt modelId="{8BC4E98F-64D7-4326-A41F-38A7321019FC}" type="sibTrans" cxnId="{5D487758-3861-410B-8605-2C7A02E2C7BD}">
      <dgm:prSet/>
      <dgm:spPr/>
      <dgm:t>
        <a:bodyPr/>
        <a:lstStyle/>
        <a:p>
          <a:endParaRPr lang="en-US"/>
        </a:p>
      </dgm:t>
    </dgm:pt>
    <dgm:pt modelId="{0CC47257-ABDD-42F1-B446-71A42BDF8E92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Performance &amp; load testing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gm:t>
    </dgm:pt>
    <dgm:pt modelId="{077DA8C2-C75C-4644-AC91-E7B3D018039B}" type="parTrans" cxnId="{E5D67308-A064-4592-9367-F2D642065257}">
      <dgm:prSet/>
      <dgm:spPr/>
      <dgm:t>
        <a:bodyPr/>
        <a:lstStyle/>
        <a:p>
          <a:endParaRPr lang="en-US"/>
        </a:p>
      </dgm:t>
    </dgm:pt>
    <dgm:pt modelId="{967F3CF7-38F0-4379-B201-CECCFA74F88B}" type="sibTrans" cxnId="{E5D67308-A064-4592-9367-F2D642065257}">
      <dgm:prSet/>
      <dgm:spPr/>
      <dgm:t>
        <a:bodyPr/>
        <a:lstStyle/>
        <a:p>
          <a:endParaRPr lang="en-US"/>
        </a:p>
      </dgm:t>
    </dgm:pt>
    <dgm:pt modelId="{5BDC278A-2783-4DA3-9321-42EEB952FF9C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Disaster recovery validation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gm:t>
    </dgm:pt>
    <dgm:pt modelId="{83AA2FAB-3721-4CB1-91AC-F0E8FC836159}" type="parTrans" cxnId="{FE617366-0B29-496A-AC87-8D349427BFAA}">
      <dgm:prSet/>
      <dgm:spPr/>
      <dgm:t>
        <a:bodyPr/>
        <a:lstStyle/>
        <a:p>
          <a:endParaRPr lang="en-US"/>
        </a:p>
      </dgm:t>
    </dgm:pt>
    <dgm:pt modelId="{10CCA03E-C66D-4184-98F9-0E11D68B4272}" type="sibTrans" cxnId="{FE617366-0B29-496A-AC87-8D349427BFAA}">
      <dgm:prSet/>
      <dgm:spPr/>
      <dgm:t>
        <a:bodyPr/>
        <a:lstStyle/>
        <a:p>
          <a:endParaRPr lang="en-US"/>
        </a:p>
      </dgm:t>
    </dgm:pt>
    <dgm:pt modelId="{5AF4980A-D2A6-4EF6-87B7-995878BD19F4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Security validation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gm:t>
    </dgm:pt>
    <dgm:pt modelId="{F14AA606-EB9C-4D4A-B3E2-88E9D0D8B413}" type="parTrans" cxnId="{0A531C02-0410-4681-9C0A-DB4E78552CC7}">
      <dgm:prSet/>
      <dgm:spPr/>
      <dgm:t>
        <a:bodyPr/>
        <a:lstStyle/>
        <a:p>
          <a:endParaRPr lang="en-US"/>
        </a:p>
      </dgm:t>
    </dgm:pt>
    <dgm:pt modelId="{61BF5E8A-A54E-4821-B45D-393033FB5778}" type="sibTrans" cxnId="{0A531C02-0410-4681-9C0A-DB4E78552CC7}">
      <dgm:prSet/>
      <dgm:spPr/>
      <dgm:t>
        <a:bodyPr/>
        <a:lstStyle/>
        <a:p>
          <a:endParaRPr lang="en-US"/>
        </a:p>
      </dgm:t>
    </dgm:pt>
    <dgm:pt modelId="{6257886B-B6D3-4CF7-B048-41F9CEDAAA15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Production deployment preparation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gm:t>
    </dgm:pt>
    <dgm:pt modelId="{F616AA86-DB13-4AC8-BB6B-49A74C04E9C4}" type="parTrans" cxnId="{6C7C44FE-CFF3-4F63-A525-80575A4A018D}">
      <dgm:prSet/>
      <dgm:spPr/>
      <dgm:t>
        <a:bodyPr/>
        <a:lstStyle/>
        <a:p>
          <a:endParaRPr lang="en-US"/>
        </a:p>
      </dgm:t>
    </dgm:pt>
    <dgm:pt modelId="{3E32D9E1-4C57-4612-99F6-793E64CC7521}" type="sibTrans" cxnId="{6C7C44FE-CFF3-4F63-A525-80575A4A018D}">
      <dgm:prSet/>
      <dgm:spPr/>
      <dgm:t>
        <a:bodyPr/>
        <a:lstStyle/>
        <a:p>
          <a:endParaRPr lang="en-US"/>
        </a:p>
      </dgm:t>
    </dgm:pt>
    <dgm:pt modelId="{B432FD27-2DE7-466C-9B0C-76398841ABBF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Documentation &amp; knowledge transfer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gm:t>
    </dgm:pt>
    <dgm:pt modelId="{3BE46A31-F4C2-4B70-9E4B-DE1D47C9E632}" type="parTrans" cxnId="{D0B26D3D-2CC8-488B-9A04-06FC3C60F199}">
      <dgm:prSet/>
      <dgm:spPr/>
      <dgm:t>
        <a:bodyPr/>
        <a:lstStyle/>
        <a:p>
          <a:endParaRPr lang="en-US"/>
        </a:p>
      </dgm:t>
    </dgm:pt>
    <dgm:pt modelId="{E74555EC-8ED9-461D-9C7F-82010CE27ACC}" type="sibTrans" cxnId="{D0B26D3D-2CC8-488B-9A04-06FC3C60F199}">
      <dgm:prSet/>
      <dgm:spPr/>
      <dgm:t>
        <a:bodyPr/>
        <a:lstStyle/>
        <a:p>
          <a:endParaRPr lang="en-US"/>
        </a:p>
      </dgm:t>
    </dgm:pt>
    <dgm:pt modelId="{E04D894C-D420-4C89-9E47-9DC8DD3C8A73}">
      <dgm:prSet custT="1"/>
      <dgm:spPr/>
      <dgm:t>
        <a:bodyPr/>
        <a:lstStyle/>
        <a:p>
          <a:pPr>
            <a:buNone/>
          </a:pPr>
          <a:r>
            <a:rPr lang="en-US" sz="800" b="1" kern="1200">
              <a:latin typeface="Century Gothic" panose="020B0502020202020204"/>
              <a:ea typeface="+mn-ea"/>
              <a:cs typeface="+mn-cs"/>
            </a:rPr>
            <a:t>Deliverable</a:t>
          </a:r>
          <a:br>
            <a:rPr lang="en-US" sz="800" b="0" kern="1200">
              <a:latin typeface="Century Gothic" panose="020B0502020202020204"/>
              <a:ea typeface="+mn-ea"/>
              <a:cs typeface="+mn-cs"/>
            </a:rPr>
          </a:br>
          <a:r>
            <a:rPr lang="en-US" sz="800" b="0" kern="1200">
              <a:latin typeface="Century Gothic" panose="020B0502020202020204"/>
              <a:ea typeface="+mn-ea"/>
              <a:cs typeface="+mn-cs"/>
            </a:rPr>
            <a:t>👉 Production-ready platform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gm:t>
    </dgm:pt>
    <dgm:pt modelId="{BDFB04A5-CC10-4151-B9B8-C8C36C468265}" type="parTrans" cxnId="{C04742C3-1EF2-4DF6-A8A2-D5A14E8D3D46}">
      <dgm:prSet/>
      <dgm:spPr/>
      <dgm:t>
        <a:bodyPr/>
        <a:lstStyle/>
        <a:p>
          <a:endParaRPr lang="en-US"/>
        </a:p>
      </dgm:t>
    </dgm:pt>
    <dgm:pt modelId="{56100CC0-7755-480C-86CD-0F99F4384039}" type="sibTrans" cxnId="{C04742C3-1EF2-4DF6-A8A2-D5A14E8D3D46}">
      <dgm:prSet/>
      <dgm:spPr/>
      <dgm:t>
        <a:bodyPr/>
        <a:lstStyle/>
        <a:p>
          <a:endParaRPr lang="en-US"/>
        </a:p>
      </dgm:t>
    </dgm:pt>
    <dgm:pt modelId="{98D68E70-C1D2-4382-8905-67BBBE7F5BBB}" type="pres">
      <dgm:prSet presAssocID="{6581AEDF-92DE-4648-A772-72D5F794C3FE}" presName="linearFlow" presStyleCnt="0">
        <dgm:presLayoutVars>
          <dgm:dir/>
          <dgm:animLvl val="lvl"/>
          <dgm:resizeHandles val="exact"/>
        </dgm:presLayoutVars>
      </dgm:prSet>
      <dgm:spPr/>
    </dgm:pt>
    <dgm:pt modelId="{3287C863-9FF7-422B-B68D-C3FDA687AF0D}" type="pres">
      <dgm:prSet presAssocID="{F61E2AF0-66A3-41D6-9041-A4506014C761}" presName="compositeNode" presStyleCnt="0"/>
      <dgm:spPr/>
    </dgm:pt>
    <dgm:pt modelId="{104CECC4-9527-45FB-B95F-7A974DA3CA43}" type="pres">
      <dgm:prSet presAssocID="{F61E2AF0-66A3-41D6-9041-A4506014C76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FE9B46B-8109-4191-9C58-87DD58AC8697}" type="pres">
      <dgm:prSet presAssocID="{F61E2AF0-66A3-41D6-9041-A4506014C761}" presName="parSh" presStyleCnt="0"/>
      <dgm:spPr/>
    </dgm:pt>
    <dgm:pt modelId="{00DF3EC4-F7EC-42F9-BA2D-C96760400535}" type="pres">
      <dgm:prSet presAssocID="{F61E2AF0-66A3-41D6-9041-A4506014C761}" presName="lineNode" presStyleLbl="alignAccFollowNode1" presStyleIdx="0" presStyleCnt="21"/>
      <dgm:spPr/>
    </dgm:pt>
    <dgm:pt modelId="{25B01955-2A9B-4719-957F-575735CA81C9}" type="pres">
      <dgm:prSet presAssocID="{F61E2AF0-66A3-41D6-9041-A4506014C761}" presName="lineArrowNode" presStyleLbl="alignAccFollowNode1" presStyleIdx="1" presStyleCnt="21"/>
      <dgm:spPr/>
    </dgm:pt>
    <dgm:pt modelId="{8ABC41C6-EEEF-4F8F-94F7-FA5A2ACC007F}" type="pres">
      <dgm:prSet presAssocID="{6FB67333-F1D1-48EC-B857-A40933263470}" presName="sibTransNodeCircle" presStyleLbl="alignNode1" presStyleIdx="0" presStyleCnt="7">
        <dgm:presLayoutVars>
          <dgm:chMax val="0"/>
          <dgm:bulletEnabled/>
        </dgm:presLayoutVars>
      </dgm:prSet>
      <dgm:spPr/>
    </dgm:pt>
    <dgm:pt modelId="{BA63EFC6-C80E-4CCF-B9AF-80EBC2B64A39}" type="pres">
      <dgm:prSet presAssocID="{6FB67333-F1D1-48EC-B857-A40933263470}" presName="spacerBetweenCircleAndCallout" presStyleCnt="0">
        <dgm:presLayoutVars/>
      </dgm:prSet>
      <dgm:spPr/>
    </dgm:pt>
    <dgm:pt modelId="{542D5C10-8D47-4DAB-B968-D3CAFC564CEA}" type="pres">
      <dgm:prSet presAssocID="{F61E2AF0-66A3-41D6-9041-A4506014C761}" presName="nodeText" presStyleLbl="alignAccFollowNode1" presStyleIdx="2" presStyleCnt="21" custScaleY="100000">
        <dgm:presLayoutVars>
          <dgm:bulletEnabled val="1"/>
        </dgm:presLayoutVars>
      </dgm:prSet>
      <dgm:spPr/>
    </dgm:pt>
    <dgm:pt modelId="{D8C7DCFE-EF75-492C-879A-DF3FCC191668}" type="pres">
      <dgm:prSet presAssocID="{6FB67333-F1D1-48EC-B857-A40933263470}" presName="sibTransComposite" presStyleCnt="0"/>
      <dgm:spPr/>
    </dgm:pt>
    <dgm:pt modelId="{7DB84AD2-0F1D-49C4-97E7-E10BA4ED375C}" type="pres">
      <dgm:prSet presAssocID="{FBFD5D16-22C3-44E7-B7E0-35E6CE9407BF}" presName="compositeNode" presStyleCnt="0"/>
      <dgm:spPr/>
    </dgm:pt>
    <dgm:pt modelId="{2B2F10C8-0C76-442C-A6C6-4DA92D13B4B5}" type="pres">
      <dgm:prSet presAssocID="{FBFD5D16-22C3-44E7-B7E0-35E6CE9407B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1F7DEDC-E89B-4C07-90E4-960C31CE4EB4}" type="pres">
      <dgm:prSet presAssocID="{FBFD5D16-22C3-44E7-B7E0-35E6CE9407BF}" presName="parSh" presStyleCnt="0"/>
      <dgm:spPr/>
    </dgm:pt>
    <dgm:pt modelId="{724B0C07-D160-4BB8-951A-5071B807BFCC}" type="pres">
      <dgm:prSet presAssocID="{FBFD5D16-22C3-44E7-B7E0-35E6CE9407BF}" presName="lineNode" presStyleLbl="alignAccFollowNode1" presStyleIdx="3" presStyleCnt="21"/>
      <dgm:spPr/>
    </dgm:pt>
    <dgm:pt modelId="{A1A4F824-B50E-4487-80D7-6CDEA941444A}" type="pres">
      <dgm:prSet presAssocID="{FBFD5D16-22C3-44E7-B7E0-35E6CE9407BF}" presName="lineArrowNode" presStyleLbl="alignAccFollowNode1" presStyleIdx="4" presStyleCnt="21"/>
      <dgm:spPr/>
    </dgm:pt>
    <dgm:pt modelId="{603EDA65-88FE-49ED-A836-0A5F6ECA8D4D}" type="pres">
      <dgm:prSet presAssocID="{57DE12E7-8728-4EC8-A4AF-73666AD63D0B}" presName="sibTransNodeCircle" presStyleLbl="alignNode1" presStyleIdx="1" presStyleCnt="7">
        <dgm:presLayoutVars>
          <dgm:chMax val="0"/>
          <dgm:bulletEnabled/>
        </dgm:presLayoutVars>
      </dgm:prSet>
      <dgm:spPr/>
    </dgm:pt>
    <dgm:pt modelId="{42135481-CF5B-4B0B-9131-090AE3F36124}" type="pres">
      <dgm:prSet presAssocID="{57DE12E7-8728-4EC8-A4AF-73666AD63D0B}" presName="spacerBetweenCircleAndCallout" presStyleCnt="0">
        <dgm:presLayoutVars/>
      </dgm:prSet>
      <dgm:spPr/>
    </dgm:pt>
    <dgm:pt modelId="{81FB7FC7-5736-4B06-B165-7D6008DBBAC6}" type="pres">
      <dgm:prSet presAssocID="{FBFD5D16-22C3-44E7-B7E0-35E6CE9407BF}" presName="nodeText" presStyleLbl="alignAccFollowNode1" presStyleIdx="5" presStyleCnt="21" custScaleY="100000">
        <dgm:presLayoutVars>
          <dgm:bulletEnabled val="1"/>
        </dgm:presLayoutVars>
      </dgm:prSet>
      <dgm:spPr/>
    </dgm:pt>
    <dgm:pt modelId="{F378F365-96EE-4F3E-8DD8-9561BFD3FE4B}" type="pres">
      <dgm:prSet presAssocID="{57DE12E7-8728-4EC8-A4AF-73666AD63D0B}" presName="sibTransComposite" presStyleCnt="0"/>
      <dgm:spPr/>
    </dgm:pt>
    <dgm:pt modelId="{15A39341-9A2C-492C-B777-ED3B26D42EB1}" type="pres">
      <dgm:prSet presAssocID="{96BAE192-FBA8-4A7F-BDB2-48330F5564DE}" presName="compositeNode" presStyleCnt="0"/>
      <dgm:spPr/>
    </dgm:pt>
    <dgm:pt modelId="{9D15B521-C012-41C4-88C9-DFCE198A9E4B}" type="pres">
      <dgm:prSet presAssocID="{96BAE192-FBA8-4A7F-BDB2-48330F5564D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747785B-BA55-4822-9555-03323CE66EAA}" type="pres">
      <dgm:prSet presAssocID="{96BAE192-FBA8-4A7F-BDB2-48330F5564DE}" presName="parSh" presStyleCnt="0"/>
      <dgm:spPr/>
    </dgm:pt>
    <dgm:pt modelId="{07878D92-756F-4729-BC2E-8A97D8ACE6D1}" type="pres">
      <dgm:prSet presAssocID="{96BAE192-FBA8-4A7F-BDB2-48330F5564DE}" presName="lineNode" presStyleLbl="alignAccFollowNode1" presStyleIdx="6" presStyleCnt="21"/>
      <dgm:spPr/>
    </dgm:pt>
    <dgm:pt modelId="{FF190ED4-D13F-4EAA-B3A8-93F453B3687B}" type="pres">
      <dgm:prSet presAssocID="{96BAE192-FBA8-4A7F-BDB2-48330F5564DE}" presName="lineArrowNode" presStyleLbl="alignAccFollowNode1" presStyleIdx="7" presStyleCnt="21"/>
      <dgm:spPr/>
    </dgm:pt>
    <dgm:pt modelId="{D1FD7E0F-0A42-4365-9A66-B93590B0B60A}" type="pres">
      <dgm:prSet presAssocID="{C7007BA6-146A-49B8-89E7-C159A81B7927}" presName="sibTransNodeCircle" presStyleLbl="alignNode1" presStyleIdx="2" presStyleCnt="7">
        <dgm:presLayoutVars>
          <dgm:chMax val="0"/>
          <dgm:bulletEnabled/>
        </dgm:presLayoutVars>
      </dgm:prSet>
      <dgm:spPr>
        <a:xfrm>
          <a:off x="3875395" y="401538"/>
          <a:ext cx="656365" cy="656365"/>
        </a:xfrm>
        <a:prstGeom prst="ellipse">
          <a:avLst/>
        </a:prstGeom>
      </dgm:spPr>
    </dgm:pt>
    <dgm:pt modelId="{BF71DE37-2FF3-42E5-A05F-EC2EE5819127}" type="pres">
      <dgm:prSet presAssocID="{C7007BA6-146A-49B8-89E7-C159A81B7927}" presName="spacerBetweenCircleAndCallout" presStyleCnt="0">
        <dgm:presLayoutVars/>
      </dgm:prSet>
      <dgm:spPr/>
    </dgm:pt>
    <dgm:pt modelId="{D484CAB0-C92A-4C99-81EC-98A5C328DE26}" type="pres">
      <dgm:prSet presAssocID="{96BAE192-FBA8-4A7F-BDB2-48330F5564DE}" presName="nodeText" presStyleLbl="alignAccFollowNode1" presStyleIdx="8" presStyleCnt="21" custScaleY="100000">
        <dgm:presLayoutVars>
          <dgm:bulletEnabled val="1"/>
        </dgm:presLayoutVars>
      </dgm:prSet>
      <dgm:spPr/>
    </dgm:pt>
    <dgm:pt modelId="{CF709C83-6B25-4489-941A-4B3624D436EC}" type="pres">
      <dgm:prSet presAssocID="{C7007BA6-146A-49B8-89E7-C159A81B7927}" presName="sibTransComposite" presStyleCnt="0"/>
      <dgm:spPr/>
    </dgm:pt>
    <dgm:pt modelId="{B5EFA275-FD6D-46D2-9D1A-2D650A6327E5}" type="pres">
      <dgm:prSet presAssocID="{BD0A0662-F5E3-4DFE-99CB-6BD124517924}" presName="compositeNode" presStyleCnt="0"/>
      <dgm:spPr/>
    </dgm:pt>
    <dgm:pt modelId="{B4E2172E-C2DC-4A56-A55F-1F687B07EF1C}" type="pres">
      <dgm:prSet presAssocID="{BD0A0662-F5E3-4DFE-99CB-6BD12451792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26CA650-9CA5-4CC8-9B36-1132D46CAAF3}" type="pres">
      <dgm:prSet presAssocID="{BD0A0662-F5E3-4DFE-99CB-6BD124517924}" presName="parSh" presStyleCnt="0"/>
      <dgm:spPr/>
    </dgm:pt>
    <dgm:pt modelId="{A63F6EB9-C093-4313-8F8C-0F78ADE369DB}" type="pres">
      <dgm:prSet presAssocID="{BD0A0662-F5E3-4DFE-99CB-6BD124517924}" presName="lineNode" presStyleLbl="alignAccFollowNode1" presStyleIdx="9" presStyleCnt="21"/>
      <dgm:spPr/>
    </dgm:pt>
    <dgm:pt modelId="{5E84A8D2-B622-4A27-AE50-F7637BE02559}" type="pres">
      <dgm:prSet presAssocID="{BD0A0662-F5E3-4DFE-99CB-6BD124517924}" presName="lineArrowNode" presStyleLbl="alignAccFollowNode1" presStyleIdx="10" presStyleCnt="21"/>
      <dgm:spPr/>
    </dgm:pt>
    <dgm:pt modelId="{100DE767-A6C8-4DEC-9118-2F215DDB53B5}" type="pres">
      <dgm:prSet presAssocID="{C89542B7-0C03-4160-BFB3-5E0FF218224D}" presName="sibTransNodeCircle" presStyleLbl="alignNode1" presStyleIdx="3" presStyleCnt="7">
        <dgm:presLayoutVars>
          <dgm:chMax val="0"/>
          <dgm:bulletEnabled/>
        </dgm:presLayoutVars>
      </dgm:prSet>
      <dgm:spPr>
        <a:xfrm>
          <a:off x="5586135" y="401538"/>
          <a:ext cx="656365" cy="656365"/>
        </a:xfrm>
        <a:prstGeom prst="ellipse">
          <a:avLst/>
        </a:prstGeom>
      </dgm:spPr>
    </dgm:pt>
    <dgm:pt modelId="{FCD85EBE-BE52-46DD-B42D-66C3A2008E1C}" type="pres">
      <dgm:prSet presAssocID="{C89542B7-0C03-4160-BFB3-5E0FF218224D}" presName="spacerBetweenCircleAndCallout" presStyleCnt="0">
        <dgm:presLayoutVars/>
      </dgm:prSet>
      <dgm:spPr/>
    </dgm:pt>
    <dgm:pt modelId="{48CF7229-775B-4385-88D3-DB799447AD84}" type="pres">
      <dgm:prSet presAssocID="{BD0A0662-F5E3-4DFE-99CB-6BD124517924}" presName="nodeText" presStyleLbl="alignAccFollowNode1" presStyleIdx="11" presStyleCnt="21" custScaleY="100000">
        <dgm:presLayoutVars>
          <dgm:bulletEnabled val="1"/>
        </dgm:presLayoutVars>
      </dgm:prSet>
      <dgm:spPr/>
    </dgm:pt>
    <dgm:pt modelId="{0C7F286E-0F06-4951-9035-E8004635F738}" type="pres">
      <dgm:prSet presAssocID="{C89542B7-0C03-4160-BFB3-5E0FF218224D}" presName="sibTransComposite" presStyleCnt="0"/>
      <dgm:spPr/>
    </dgm:pt>
    <dgm:pt modelId="{1A5CCE8E-5C7E-4798-BB18-AA3E0000D9F1}" type="pres">
      <dgm:prSet presAssocID="{AB1C53ED-880C-4739-9B81-FAA4929645B0}" presName="compositeNode" presStyleCnt="0"/>
      <dgm:spPr/>
    </dgm:pt>
    <dgm:pt modelId="{1C12C0DA-C6BC-43AD-8683-F85D50B3CC59}" type="pres">
      <dgm:prSet presAssocID="{AB1C53ED-880C-4739-9B81-FAA4929645B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6CC9C1F-14FF-4D60-B1D3-560D93F910C1}" type="pres">
      <dgm:prSet presAssocID="{AB1C53ED-880C-4739-9B81-FAA4929645B0}" presName="parSh" presStyleCnt="0"/>
      <dgm:spPr/>
    </dgm:pt>
    <dgm:pt modelId="{5D7A8B5E-883F-47BB-8B04-946A64EE6A65}" type="pres">
      <dgm:prSet presAssocID="{AB1C53ED-880C-4739-9B81-FAA4929645B0}" presName="lineNode" presStyleLbl="alignAccFollowNode1" presStyleIdx="12" presStyleCnt="21"/>
      <dgm:spPr/>
    </dgm:pt>
    <dgm:pt modelId="{7887029B-2E32-403C-A65F-DF82CBACC438}" type="pres">
      <dgm:prSet presAssocID="{AB1C53ED-880C-4739-9B81-FAA4929645B0}" presName="lineArrowNode" presStyleLbl="alignAccFollowNode1" presStyleIdx="13" presStyleCnt="21"/>
      <dgm:spPr/>
    </dgm:pt>
    <dgm:pt modelId="{6E4E537E-5DDD-4379-9E61-EB845B5FAA91}" type="pres">
      <dgm:prSet presAssocID="{D378C7CF-FB4C-404A-9780-B2EB84BF2700}" presName="sibTransNodeCircle" presStyleLbl="alignNode1" presStyleIdx="4" presStyleCnt="7">
        <dgm:presLayoutVars>
          <dgm:chMax val="0"/>
          <dgm:bulletEnabled/>
        </dgm:presLayoutVars>
      </dgm:prSet>
      <dgm:spPr>
        <a:xfrm>
          <a:off x="7296875" y="401538"/>
          <a:ext cx="656365" cy="656365"/>
        </a:xfrm>
        <a:prstGeom prst="ellipse">
          <a:avLst/>
        </a:prstGeom>
      </dgm:spPr>
    </dgm:pt>
    <dgm:pt modelId="{6D99277D-A4DE-46BF-8D38-8B701FD179AD}" type="pres">
      <dgm:prSet presAssocID="{D378C7CF-FB4C-404A-9780-B2EB84BF2700}" presName="spacerBetweenCircleAndCallout" presStyleCnt="0">
        <dgm:presLayoutVars/>
      </dgm:prSet>
      <dgm:spPr/>
    </dgm:pt>
    <dgm:pt modelId="{A872E375-D9A5-48C6-A84F-3115F4E3DC01}" type="pres">
      <dgm:prSet presAssocID="{AB1C53ED-880C-4739-9B81-FAA4929645B0}" presName="nodeText" presStyleLbl="alignAccFollowNode1" presStyleIdx="14" presStyleCnt="21" custScaleY="100000">
        <dgm:presLayoutVars>
          <dgm:bulletEnabled val="1"/>
        </dgm:presLayoutVars>
      </dgm:prSet>
      <dgm:spPr/>
    </dgm:pt>
    <dgm:pt modelId="{EB3D3938-AFF7-452C-AF36-218534F494C8}" type="pres">
      <dgm:prSet presAssocID="{D378C7CF-FB4C-404A-9780-B2EB84BF2700}" presName="sibTransComposite" presStyleCnt="0"/>
      <dgm:spPr/>
    </dgm:pt>
    <dgm:pt modelId="{09F42B54-97BC-410B-8B4D-9785EF1C7C31}" type="pres">
      <dgm:prSet presAssocID="{D51D18D0-E1E4-4390-B283-DD97E2ED61EF}" presName="compositeNode" presStyleCnt="0"/>
      <dgm:spPr/>
    </dgm:pt>
    <dgm:pt modelId="{D28E2DD9-384C-4611-A7E8-4044B7205E42}" type="pres">
      <dgm:prSet presAssocID="{D51D18D0-E1E4-4390-B283-DD97E2ED61E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01C77E1-6E80-490B-ACD2-5437730510AE}" type="pres">
      <dgm:prSet presAssocID="{D51D18D0-E1E4-4390-B283-DD97E2ED61EF}" presName="parSh" presStyleCnt="0"/>
      <dgm:spPr/>
    </dgm:pt>
    <dgm:pt modelId="{C009E76A-B44A-41A9-B0F5-4DDC3A29C8BA}" type="pres">
      <dgm:prSet presAssocID="{D51D18D0-E1E4-4390-B283-DD97E2ED61EF}" presName="lineNode" presStyleLbl="alignAccFollowNode1" presStyleIdx="15" presStyleCnt="21"/>
      <dgm:spPr/>
    </dgm:pt>
    <dgm:pt modelId="{EA0DBD58-8987-4CEC-8CC9-18CBC6941324}" type="pres">
      <dgm:prSet presAssocID="{D51D18D0-E1E4-4390-B283-DD97E2ED61EF}" presName="lineArrowNode" presStyleLbl="alignAccFollowNode1" presStyleIdx="16" presStyleCnt="21"/>
      <dgm:spPr/>
    </dgm:pt>
    <dgm:pt modelId="{27F4EC7C-D53A-46FF-88D1-08E8E8AE2040}" type="pres">
      <dgm:prSet presAssocID="{EDC82422-C45A-48CC-B8E2-14CF621FBFE3}" presName="sibTransNodeCircle" presStyleLbl="alignNode1" presStyleIdx="5" presStyleCnt="7">
        <dgm:presLayoutVars>
          <dgm:chMax val="0"/>
          <dgm:bulletEnabled/>
        </dgm:presLayoutVars>
      </dgm:prSet>
      <dgm:spPr/>
    </dgm:pt>
    <dgm:pt modelId="{2EA5E323-7F79-4A52-B112-94D5648A938D}" type="pres">
      <dgm:prSet presAssocID="{EDC82422-C45A-48CC-B8E2-14CF621FBFE3}" presName="spacerBetweenCircleAndCallout" presStyleCnt="0">
        <dgm:presLayoutVars/>
      </dgm:prSet>
      <dgm:spPr/>
    </dgm:pt>
    <dgm:pt modelId="{97B7D7AC-ABF6-471F-BB57-8E29653F843D}" type="pres">
      <dgm:prSet presAssocID="{D51D18D0-E1E4-4390-B283-DD97E2ED61EF}" presName="nodeText" presStyleLbl="alignAccFollowNode1" presStyleIdx="17" presStyleCnt="21" custScaleY="100000">
        <dgm:presLayoutVars>
          <dgm:bulletEnabled val="1"/>
        </dgm:presLayoutVars>
      </dgm:prSet>
      <dgm:spPr>
        <a:xfrm>
          <a:off x="9980672" y="956836"/>
          <a:ext cx="1870253" cy="3657179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</dgm:spPr>
    </dgm:pt>
    <dgm:pt modelId="{5F582F88-ECAA-4DD8-80B1-0CFFFCD76BA5}" type="pres">
      <dgm:prSet presAssocID="{EDC82422-C45A-48CC-B8E2-14CF621FBFE3}" presName="sibTransComposite" presStyleCnt="0"/>
      <dgm:spPr/>
    </dgm:pt>
    <dgm:pt modelId="{A9620806-4379-428D-9E0A-E069BF9532E0}" type="pres">
      <dgm:prSet presAssocID="{B4959FEB-9F47-412D-9D52-C998634698A0}" presName="compositeNode" presStyleCnt="0"/>
      <dgm:spPr/>
    </dgm:pt>
    <dgm:pt modelId="{DC64C198-1647-40C6-89FA-0F934BB915F2}" type="pres">
      <dgm:prSet presAssocID="{B4959FEB-9F47-412D-9D52-C998634698A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E8F5A0E-907C-4F85-BFEF-9B2FEA48816F}" type="pres">
      <dgm:prSet presAssocID="{B4959FEB-9F47-412D-9D52-C998634698A0}" presName="parSh" presStyleCnt="0"/>
      <dgm:spPr/>
    </dgm:pt>
    <dgm:pt modelId="{4F0FAF9F-D104-4A80-BD4C-C19CC9D8CEEA}" type="pres">
      <dgm:prSet presAssocID="{B4959FEB-9F47-412D-9D52-C998634698A0}" presName="lineNode" presStyleLbl="alignAccFollowNode1" presStyleIdx="18" presStyleCnt="21"/>
      <dgm:spPr/>
    </dgm:pt>
    <dgm:pt modelId="{8F482248-8089-491C-9B9D-6D2AD7A8CC71}" type="pres">
      <dgm:prSet presAssocID="{B4959FEB-9F47-412D-9D52-C998634698A0}" presName="lineArrowNode" presStyleLbl="alignAccFollowNode1" presStyleIdx="19" presStyleCnt="21"/>
      <dgm:spPr/>
    </dgm:pt>
    <dgm:pt modelId="{299B17F2-40FD-4BEF-9973-F1B8E218E9E7}" type="pres">
      <dgm:prSet presAssocID="{7F9622E7-7AA0-4F93-AD44-42E83F08D808}" presName="sibTransNodeCircle" presStyleLbl="alignNode1" presStyleIdx="6" presStyleCnt="7">
        <dgm:presLayoutVars>
          <dgm:chMax val="0"/>
          <dgm:bulletEnabled/>
        </dgm:presLayoutVars>
      </dgm:prSet>
      <dgm:spPr/>
    </dgm:pt>
    <dgm:pt modelId="{BBA265CA-3193-45D9-B7F5-679B16C4EFDD}" type="pres">
      <dgm:prSet presAssocID="{7F9622E7-7AA0-4F93-AD44-42E83F08D808}" presName="spacerBetweenCircleAndCallout" presStyleCnt="0">
        <dgm:presLayoutVars/>
      </dgm:prSet>
      <dgm:spPr/>
    </dgm:pt>
    <dgm:pt modelId="{8792CA1F-21DE-4683-B10C-587A8070EDA1}" type="pres">
      <dgm:prSet presAssocID="{B4959FEB-9F47-412D-9D52-C998634698A0}" presName="nodeText" presStyleLbl="alignAccFollowNode1" presStyleIdx="20" presStyleCnt="21" custScaleY="100000">
        <dgm:presLayoutVars>
          <dgm:bulletEnabled val="1"/>
        </dgm:presLayoutVars>
      </dgm:prSet>
      <dgm:spPr/>
    </dgm:pt>
  </dgm:ptLst>
  <dgm:cxnLst>
    <dgm:cxn modelId="{90F9A100-A4E0-455A-BBD2-C1DB0F674B72}" type="presOf" srcId="{F61E2AF0-66A3-41D6-9041-A4506014C761}" destId="{542D5C10-8D47-4DAB-B968-D3CAFC564CEA}" srcOrd="0" destOrd="0" presId="urn:microsoft.com/office/officeart/2016/7/layout/LinearArrowProcessNumbered"/>
    <dgm:cxn modelId="{0A531C02-0410-4681-9C0A-DB4E78552CC7}" srcId="{92CE44C6-5273-40ED-ADC9-07F2DBD29041}" destId="{5AF4980A-D2A6-4EF6-87B7-995878BD19F4}" srcOrd="2" destOrd="0" parTransId="{F14AA606-EB9C-4D4A-B3E2-88E9D0D8B413}" sibTransId="{61BF5E8A-A54E-4821-B45D-393033FB5778}"/>
    <dgm:cxn modelId="{E5D67308-A064-4592-9367-F2D642065257}" srcId="{92CE44C6-5273-40ED-ADC9-07F2DBD29041}" destId="{0CC47257-ABDD-42F1-B446-71A42BDF8E92}" srcOrd="0" destOrd="0" parTransId="{077DA8C2-C75C-4644-AC91-E7B3D018039B}" sibTransId="{967F3CF7-38F0-4379-B201-CECCFA74F88B}"/>
    <dgm:cxn modelId="{D48EEB0B-D98D-4F2C-AD03-62FB9E9B554E}" type="presOf" srcId="{FBFD5D16-22C3-44E7-B7E0-35E6CE9407BF}" destId="{81FB7FC7-5736-4B06-B165-7D6008DBBAC6}" srcOrd="0" destOrd="0" presId="urn:microsoft.com/office/officeart/2016/7/layout/LinearArrowProcessNumbered"/>
    <dgm:cxn modelId="{F1F69D0E-56C0-4CD2-A6CD-7B320E354A09}" srcId="{6581AEDF-92DE-4648-A772-72D5F794C3FE}" destId="{B4959FEB-9F47-412D-9D52-C998634698A0}" srcOrd="6" destOrd="0" parTransId="{501A50FF-560E-49A9-AB00-9E378613F1F9}" sibTransId="{7F9622E7-7AA0-4F93-AD44-42E83F08D808}"/>
    <dgm:cxn modelId="{13BBC70E-952A-4C4C-BC71-D6FC2C9E5222}" srcId="{6581AEDF-92DE-4648-A772-72D5F794C3FE}" destId="{AB1C53ED-880C-4739-9B81-FAA4929645B0}" srcOrd="4" destOrd="0" parTransId="{00DBD3BE-67C9-4D05-8D2F-DBB2EEEB00E1}" sibTransId="{D378C7CF-FB4C-404A-9780-B2EB84BF2700}"/>
    <dgm:cxn modelId="{EBC79112-8696-4ACF-8FA1-3FA6C4B050D6}" type="presOf" srcId="{BCD8513F-CCBA-4901-A33D-46CF54EB6CC6}" destId="{97B7D7AC-ABF6-471F-BB57-8E29653F843D}" srcOrd="0" destOrd="3" presId="urn:microsoft.com/office/officeart/2016/7/layout/LinearArrowProcessNumbered"/>
    <dgm:cxn modelId="{E2424513-027E-41A2-AF28-C53262E4F7D8}" type="presOf" srcId="{C7007BA6-146A-49B8-89E7-C159A81B7927}" destId="{D1FD7E0F-0A42-4365-9A66-B93590B0B60A}" srcOrd="0" destOrd="0" presId="urn:microsoft.com/office/officeart/2016/7/layout/LinearArrowProcessNumbered"/>
    <dgm:cxn modelId="{E532D515-5F4E-4098-9E64-A738F019940D}" srcId="{6581AEDF-92DE-4648-A772-72D5F794C3FE}" destId="{FBFD5D16-22C3-44E7-B7E0-35E6CE9407BF}" srcOrd="1" destOrd="0" parTransId="{9185D505-0AED-4E90-98D1-35F174B17179}" sibTransId="{57DE12E7-8728-4EC8-A4AF-73666AD63D0B}"/>
    <dgm:cxn modelId="{600E851F-7D6D-4E04-B059-6E64FED4E3B3}" type="presOf" srcId="{5AF4980A-D2A6-4EF6-87B7-995878BD19F4}" destId="{8792CA1F-21DE-4683-B10C-587A8070EDA1}" srcOrd="0" destOrd="5" presId="urn:microsoft.com/office/officeart/2016/7/layout/LinearArrowProcessNumbered"/>
    <dgm:cxn modelId="{23392121-DA65-43BE-AD1E-606F1EC58421}" type="presOf" srcId="{96BAE192-FBA8-4A7F-BDB2-48330F5564DE}" destId="{D484CAB0-C92A-4C99-81EC-98A5C328DE26}" srcOrd="0" destOrd="0" presId="urn:microsoft.com/office/officeart/2016/7/layout/LinearArrowProcessNumbered"/>
    <dgm:cxn modelId="{F0E40C26-0714-47EF-940B-80630AF520B7}" type="presOf" srcId="{57DE12E7-8728-4EC8-A4AF-73666AD63D0B}" destId="{603EDA65-88FE-49ED-A836-0A5F6ECA8D4D}" srcOrd="0" destOrd="0" presId="urn:microsoft.com/office/officeart/2016/7/layout/LinearArrowProcessNumbered"/>
    <dgm:cxn modelId="{7377CE2C-5E6E-451E-B607-ACE1847B1E45}" type="presOf" srcId="{D9594065-73E8-4813-BA0D-B9AEF44C329B}" destId="{97B7D7AC-ABF6-471F-BB57-8E29653F843D}" srcOrd="0" destOrd="2" presId="urn:microsoft.com/office/officeart/2016/7/layout/LinearArrowProcessNumbered"/>
    <dgm:cxn modelId="{6D1DCD2D-CF3B-4E5B-A8E5-6534688F4FD2}" type="presOf" srcId="{B432FD27-2DE7-466C-9B0C-76398841ABBF}" destId="{8792CA1F-21DE-4683-B10C-587A8070EDA1}" srcOrd="0" destOrd="7" presId="urn:microsoft.com/office/officeart/2016/7/layout/LinearArrowProcessNumbered"/>
    <dgm:cxn modelId="{B03EBA36-F663-41B2-BF96-F60139CDAF01}" srcId="{D51D18D0-E1E4-4390-B283-DD97E2ED61EF}" destId="{2D77189B-7DAD-4829-86C8-9BB548C6A9D3}" srcOrd="4" destOrd="0" parTransId="{FA621EC7-D1DA-44A6-82A2-5751861A26E2}" sibTransId="{0DEA1AC7-B36C-4536-B6EE-94A4B8C7E06F}"/>
    <dgm:cxn modelId="{D0B26D3D-2CC8-488B-9A04-06FC3C60F199}" srcId="{92CE44C6-5273-40ED-ADC9-07F2DBD29041}" destId="{B432FD27-2DE7-466C-9B0C-76398841ABBF}" srcOrd="4" destOrd="0" parTransId="{3BE46A31-F4C2-4B70-9E4B-DE1D47C9E632}" sibTransId="{E74555EC-8ED9-461D-9C7F-82010CE27ACC}"/>
    <dgm:cxn modelId="{B05E633F-D77A-48D9-B160-80D04991AAED}" type="presOf" srcId="{6257886B-B6D3-4CF7-B048-41F9CEDAAA15}" destId="{8792CA1F-21DE-4683-B10C-587A8070EDA1}" srcOrd="0" destOrd="6" presId="urn:microsoft.com/office/officeart/2016/7/layout/LinearArrowProcessNumbered"/>
    <dgm:cxn modelId="{60C3AB5D-0A6A-4515-93D8-3047A9CE36CE}" srcId="{6581AEDF-92DE-4648-A772-72D5F794C3FE}" destId="{BD0A0662-F5E3-4DFE-99CB-6BD124517924}" srcOrd="3" destOrd="0" parTransId="{D41CA0D3-D1E2-4F70-AF8F-908280358B1B}" sibTransId="{C89542B7-0C03-4160-BFB3-5E0FF218224D}"/>
    <dgm:cxn modelId="{8B77FC60-B80A-4979-8412-180C1817A670}" type="presOf" srcId="{0CC47257-ABDD-42F1-B446-71A42BDF8E92}" destId="{8792CA1F-21DE-4683-B10C-587A8070EDA1}" srcOrd="0" destOrd="3" presId="urn:microsoft.com/office/officeart/2016/7/layout/LinearArrowProcessNumbered"/>
    <dgm:cxn modelId="{75E38262-DD4B-4A08-ABC0-EAE6AECCF106}" type="presOf" srcId="{D378C7CF-FB4C-404A-9780-B2EB84BF2700}" destId="{6E4E537E-5DDD-4379-9E61-EB845B5FAA91}" srcOrd="0" destOrd="0" presId="urn:microsoft.com/office/officeart/2016/7/layout/LinearArrowProcessNumbered"/>
    <dgm:cxn modelId="{7F5DDD64-BD6D-490A-A3DA-A91E1AF8FA75}" type="presOf" srcId="{D51D18D0-E1E4-4390-B283-DD97E2ED61EF}" destId="{97B7D7AC-ABF6-471F-BB57-8E29653F843D}" srcOrd="0" destOrd="0" presId="urn:microsoft.com/office/officeart/2016/7/layout/LinearArrowProcessNumbered"/>
    <dgm:cxn modelId="{FE617366-0B29-496A-AC87-8D349427BFAA}" srcId="{92CE44C6-5273-40ED-ADC9-07F2DBD29041}" destId="{5BDC278A-2783-4DA3-9321-42EEB952FF9C}" srcOrd="1" destOrd="0" parTransId="{83AA2FAB-3721-4CB1-91AC-F0E8FC836159}" sibTransId="{10CCA03E-C66D-4184-98F9-0E11D68B4272}"/>
    <dgm:cxn modelId="{50921067-FBE0-4361-8771-DFCB3EFC4FCF}" srcId="{D51D18D0-E1E4-4390-B283-DD97E2ED61EF}" destId="{875B7D1F-4FC7-407B-89D7-455F9EDC8EDF}" srcOrd="6" destOrd="0" parTransId="{EED4BF8C-7F0A-4544-80BD-0310BA903F3E}" sibTransId="{AC43F74C-D85E-4847-BD53-BE34683FCD57}"/>
    <dgm:cxn modelId="{7802E648-2723-4C64-A740-C8CF017895A0}" srcId="{B4959FEB-9F47-412D-9D52-C998634698A0}" destId="{0B13B34D-DB65-4C5C-9C0C-9E44B24C85CC}" srcOrd="0" destOrd="0" parTransId="{B098747B-ECB9-4EBE-BA7C-659157247892}" sibTransId="{8441FB76-2047-421D-BFD5-515B8FE67149}"/>
    <dgm:cxn modelId="{79EB9C51-8FCC-4F16-91DF-F28148B8EB69}" type="presOf" srcId="{6581AEDF-92DE-4648-A772-72D5F794C3FE}" destId="{98D68E70-C1D2-4382-8905-67BBBE7F5BBB}" srcOrd="0" destOrd="0" presId="urn:microsoft.com/office/officeart/2016/7/layout/LinearArrowProcessNumbered"/>
    <dgm:cxn modelId="{8E3AE671-7F34-434D-805B-E815C37777E7}" srcId="{6581AEDF-92DE-4648-A772-72D5F794C3FE}" destId="{F61E2AF0-66A3-41D6-9041-A4506014C761}" srcOrd="0" destOrd="0" parTransId="{130182A2-0D7F-4C7F-B858-CD7D5D82992C}" sibTransId="{6FB67333-F1D1-48EC-B857-A40933263470}"/>
    <dgm:cxn modelId="{DDC2D972-0CE2-4C46-8523-DBCDBC6511BB}" type="presOf" srcId="{AB1C53ED-880C-4739-9B81-FAA4929645B0}" destId="{A872E375-D9A5-48C6-A84F-3115F4E3DC01}" srcOrd="0" destOrd="0" presId="urn:microsoft.com/office/officeart/2016/7/layout/LinearArrowProcessNumbered"/>
    <dgm:cxn modelId="{C79ED954-D2F8-4EAD-A959-311367083D7C}" type="presOf" srcId="{C89542B7-0C03-4160-BFB3-5E0FF218224D}" destId="{100DE767-A6C8-4DEC-9118-2F215DDB53B5}" srcOrd="0" destOrd="0" presId="urn:microsoft.com/office/officeart/2016/7/layout/LinearArrowProcessNumbered"/>
    <dgm:cxn modelId="{2F32B556-239B-4232-A032-FE1867BBED4B}" type="presOf" srcId="{296F4464-AA53-454E-AC7E-F8203A5F5438}" destId="{97B7D7AC-ABF6-471F-BB57-8E29653F843D}" srcOrd="0" destOrd="4" presId="urn:microsoft.com/office/officeart/2016/7/layout/LinearArrowProcessNumbered"/>
    <dgm:cxn modelId="{5D487758-3861-410B-8605-2C7A02E2C7BD}" srcId="{B4959FEB-9F47-412D-9D52-C998634698A0}" destId="{92CE44C6-5273-40ED-ADC9-07F2DBD29041}" srcOrd="1" destOrd="0" parTransId="{2D4B4099-48CD-40AF-AC85-9D7A546A7E7E}" sibTransId="{8BC4E98F-64D7-4326-A41F-38A7321019FC}"/>
    <dgm:cxn modelId="{AA1D977C-31BE-4310-AAED-8BA27CC48E4A}" srcId="{D51D18D0-E1E4-4390-B283-DD97E2ED61EF}" destId="{8BA3865D-EA73-455D-9274-09A511A8F0F2}" srcOrd="0" destOrd="0" parTransId="{C55C9E18-EA93-4BEA-A62B-C3C5B667C04A}" sibTransId="{F0B955B7-4111-4CCB-93B8-75F5BA899693}"/>
    <dgm:cxn modelId="{F0980082-CD43-4F82-A101-BDFC25859471}" type="presOf" srcId="{92CE44C6-5273-40ED-ADC9-07F2DBD29041}" destId="{8792CA1F-21DE-4683-B10C-587A8070EDA1}" srcOrd="0" destOrd="2" presId="urn:microsoft.com/office/officeart/2016/7/layout/LinearArrowProcessNumbered"/>
    <dgm:cxn modelId="{AF57FF84-CAF4-4BC9-8372-531D456F045A}" type="presOf" srcId="{B4959FEB-9F47-412D-9D52-C998634698A0}" destId="{8792CA1F-21DE-4683-B10C-587A8070EDA1}" srcOrd="0" destOrd="0" presId="urn:microsoft.com/office/officeart/2016/7/layout/LinearArrowProcessNumbered"/>
    <dgm:cxn modelId="{E28E6B86-0B3F-4F96-BDEF-A090A6E37770}" type="presOf" srcId="{8BA3865D-EA73-455D-9274-09A511A8F0F2}" destId="{97B7D7AC-ABF6-471F-BB57-8E29653F843D}" srcOrd="0" destOrd="1" presId="urn:microsoft.com/office/officeart/2016/7/layout/LinearArrowProcessNumbered"/>
    <dgm:cxn modelId="{3D689A8D-00E3-436B-9609-F01BDB2981FA}" type="presOf" srcId="{7B1D648A-3B09-4504-92D8-8BC649F6061C}" destId="{97B7D7AC-ABF6-471F-BB57-8E29653F843D}" srcOrd="0" destOrd="9" presId="urn:microsoft.com/office/officeart/2016/7/layout/LinearArrowProcessNumbered"/>
    <dgm:cxn modelId="{EE437F93-4FA3-4926-9D77-AA6AB6C4D9E6}" type="presOf" srcId="{7F9622E7-7AA0-4F93-AD44-42E83F08D808}" destId="{299B17F2-40FD-4BEF-9973-F1B8E218E9E7}" srcOrd="0" destOrd="0" presId="urn:microsoft.com/office/officeart/2016/7/layout/LinearArrowProcessNumbered"/>
    <dgm:cxn modelId="{098809A8-4F99-492E-BEBA-C04EE95C3DB1}" type="presOf" srcId="{875B7D1F-4FC7-407B-89D7-455F9EDC8EDF}" destId="{97B7D7AC-ABF6-471F-BB57-8E29653F843D}" srcOrd="0" destOrd="7" presId="urn:microsoft.com/office/officeart/2016/7/layout/LinearArrowProcessNumbered"/>
    <dgm:cxn modelId="{C774B4A9-0DB4-4FE5-9A4C-A05F39057EBD}" type="presOf" srcId="{1496241F-5E44-4949-8359-ECDD8F6E7F0B}" destId="{97B7D7AC-ABF6-471F-BB57-8E29653F843D}" srcOrd="0" destOrd="6" presId="urn:microsoft.com/office/officeart/2016/7/layout/LinearArrowProcessNumbered"/>
    <dgm:cxn modelId="{264E47AD-762B-42A9-B686-30346A899AE6}" srcId="{D51D18D0-E1E4-4390-B283-DD97E2ED61EF}" destId="{296F4464-AA53-454E-AC7E-F8203A5F5438}" srcOrd="3" destOrd="0" parTransId="{AE20CF9C-FB1C-4BC5-B82E-F2D2BAE6151A}" sibTransId="{B0A7698D-4534-4C90-BB58-14314BF62027}"/>
    <dgm:cxn modelId="{647B71AE-9804-4941-8DF0-B79070C3AA9F}" srcId="{D51D18D0-E1E4-4390-B283-DD97E2ED61EF}" destId="{BCD8513F-CCBA-4901-A33D-46CF54EB6CC6}" srcOrd="2" destOrd="0" parTransId="{81E5399D-EDC3-46A2-9DCD-EC401410F206}" sibTransId="{6666934F-413E-4C24-9D62-AC377D884CD5}"/>
    <dgm:cxn modelId="{B2CE1FB1-0EFD-4CF5-8489-CA6CAC23AF46}" type="presOf" srcId="{6FB67333-F1D1-48EC-B857-A40933263470}" destId="{8ABC41C6-EEEF-4F8F-94F7-FA5A2ACC007F}" srcOrd="0" destOrd="0" presId="urn:microsoft.com/office/officeart/2016/7/layout/LinearArrowProcessNumbered"/>
    <dgm:cxn modelId="{5AC38AB6-A6D9-49F5-AFAD-7DFBC8128A3F}" srcId="{6581AEDF-92DE-4648-A772-72D5F794C3FE}" destId="{96BAE192-FBA8-4A7F-BDB2-48330F5564DE}" srcOrd="2" destOrd="0" parTransId="{C30D99ED-6DCE-4593-AC3D-59FF0BC7FD78}" sibTransId="{C7007BA6-146A-49B8-89E7-C159A81B7927}"/>
    <dgm:cxn modelId="{5BC38ABB-3B82-4046-BD4F-97BF4A3B317C}" type="presOf" srcId="{BD0A0662-F5E3-4DFE-99CB-6BD124517924}" destId="{48CF7229-775B-4385-88D3-DB799447AD84}" srcOrd="0" destOrd="0" presId="urn:microsoft.com/office/officeart/2016/7/layout/LinearArrowProcessNumbered"/>
    <dgm:cxn modelId="{31F7ABBF-B44E-4F66-961C-7C929C91EEB2}" type="presOf" srcId="{E04D894C-D420-4C89-9E47-9DC8DD3C8A73}" destId="{8792CA1F-21DE-4683-B10C-587A8070EDA1}" srcOrd="0" destOrd="8" presId="urn:microsoft.com/office/officeart/2016/7/layout/LinearArrowProcessNumbered"/>
    <dgm:cxn modelId="{C04742C3-1EF2-4DF6-A8A2-D5A14E8D3D46}" srcId="{B4959FEB-9F47-412D-9D52-C998634698A0}" destId="{E04D894C-D420-4C89-9E47-9DC8DD3C8A73}" srcOrd="2" destOrd="0" parTransId="{BDFB04A5-CC10-4151-B9B8-C8C36C468265}" sibTransId="{56100CC0-7755-480C-86CD-0F99F4384039}"/>
    <dgm:cxn modelId="{E8DB4BC4-6B79-4B32-B627-C8401DF210DB}" type="presOf" srcId="{5BDC278A-2783-4DA3-9321-42EEB952FF9C}" destId="{8792CA1F-21DE-4683-B10C-587A8070EDA1}" srcOrd="0" destOrd="4" presId="urn:microsoft.com/office/officeart/2016/7/layout/LinearArrowProcessNumbered"/>
    <dgm:cxn modelId="{CBE301C8-DE35-40E9-A05E-E6F35BA52B4C}" srcId="{D51D18D0-E1E4-4390-B283-DD97E2ED61EF}" destId="{D9594065-73E8-4813-BA0D-B9AEF44C329B}" srcOrd="1" destOrd="0" parTransId="{20C8D15A-6B52-4BA0-A097-3B30456DAD2F}" sibTransId="{EA2F9ACA-CAD8-4491-B3E7-99D26AFB90EC}"/>
    <dgm:cxn modelId="{5A2E01CB-4E95-486F-BED1-48BFB5C19C91}" type="presOf" srcId="{C531256F-935A-4E5E-BACB-31C73D5E4730}" destId="{97B7D7AC-ABF6-471F-BB57-8E29653F843D}" srcOrd="0" destOrd="11" presId="urn:microsoft.com/office/officeart/2016/7/layout/LinearArrowProcessNumbered"/>
    <dgm:cxn modelId="{4BD99BCB-DE82-412E-8B9F-4672C1C689CF}" type="presOf" srcId="{0B13B34D-DB65-4C5C-9C0C-9E44B24C85CC}" destId="{8792CA1F-21DE-4683-B10C-587A8070EDA1}" srcOrd="0" destOrd="1" presId="urn:microsoft.com/office/officeart/2016/7/layout/LinearArrowProcessNumbered"/>
    <dgm:cxn modelId="{B757BFD1-958C-446F-A732-A3C78E992F66}" type="presOf" srcId="{A3E217F1-7C35-4DB3-AB0F-E62714CD2D81}" destId="{97B7D7AC-ABF6-471F-BB57-8E29653F843D}" srcOrd="0" destOrd="10" presId="urn:microsoft.com/office/officeart/2016/7/layout/LinearArrowProcessNumbered"/>
    <dgm:cxn modelId="{7A367ED5-266E-420B-9121-3AFB10D0096E}" srcId="{D51D18D0-E1E4-4390-B283-DD97E2ED61EF}" destId="{7B1D648A-3B09-4504-92D8-8BC649F6061C}" srcOrd="8" destOrd="0" parTransId="{063DE52B-B733-4554-9C9C-B474D4EF6012}" sibTransId="{05B6BDF6-CA6E-4677-84AA-E74D667118E9}"/>
    <dgm:cxn modelId="{92C51ADC-3518-4C42-8B00-348032C915C0}" srcId="{D51D18D0-E1E4-4390-B283-DD97E2ED61EF}" destId="{1496241F-5E44-4949-8359-ECDD8F6E7F0B}" srcOrd="5" destOrd="0" parTransId="{905350C4-684F-4D5C-801A-04D675E6E8C0}" sibTransId="{FC3CA37E-A413-4C50-99F4-77F8EA3DEE1E}"/>
    <dgm:cxn modelId="{15B867DE-7071-4C11-9950-F44D133A48C0}" type="presOf" srcId="{0166BD6E-F1F4-4B15-90A5-C61FD20E3A33}" destId="{97B7D7AC-ABF6-471F-BB57-8E29653F843D}" srcOrd="0" destOrd="8" presId="urn:microsoft.com/office/officeart/2016/7/layout/LinearArrowProcessNumbered"/>
    <dgm:cxn modelId="{D38146DF-48AD-4172-BA5E-99BFAF288F41}" srcId="{D51D18D0-E1E4-4390-B283-DD97E2ED61EF}" destId="{C531256F-935A-4E5E-BACB-31C73D5E4730}" srcOrd="10" destOrd="0" parTransId="{A0CD2918-91A9-497B-8537-9B85D63CCFC0}" sibTransId="{D953F379-01B1-4097-84BF-33CB41317021}"/>
    <dgm:cxn modelId="{1C8ED6E5-A289-4632-B8EA-8517443F7715}" srcId="{6581AEDF-92DE-4648-A772-72D5F794C3FE}" destId="{D51D18D0-E1E4-4390-B283-DD97E2ED61EF}" srcOrd="5" destOrd="0" parTransId="{E203EF70-B53C-4043-AE43-EC8C5CD938EB}" sibTransId="{EDC82422-C45A-48CC-B8E2-14CF621FBFE3}"/>
    <dgm:cxn modelId="{E150B0F0-4CB9-46FA-8F38-C0CA7B9AF861}" srcId="{D51D18D0-E1E4-4390-B283-DD97E2ED61EF}" destId="{0166BD6E-F1F4-4B15-90A5-C61FD20E3A33}" srcOrd="7" destOrd="0" parTransId="{14F46A72-2E10-4857-9825-C0FB519CF4C9}" sibTransId="{83FA1748-EDBD-48E9-9003-749D6C66D10F}"/>
    <dgm:cxn modelId="{CF3CFFF6-2E47-4528-AEF9-4573754AC89D}" srcId="{D51D18D0-E1E4-4390-B283-DD97E2ED61EF}" destId="{A3E217F1-7C35-4DB3-AB0F-E62714CD2D81}" srcOrd="9" destOrd="0" parTransId="{7B608DA0-4A62-4518-B97A-4F961CC7F1AF}" sibTransId="{E83B8DFA-A41A-4E75-B3B0-23064945B4B4}"/>
    <dgm:cxn modelId="{D1B70AF8-A0E4-4C90-BDFE-1C0376C7A9C3}" type="presOf" srcId="{2D77189B-7DAD-4829-86C8-9BB548C6A9D3}" destId="{97B7D7AC-ABF6-471F-BB57-8E29653F843D}" srcOrd="0" destOrd="5" presId="urn:microsoft.com/office/officeart/2016/7/layout/LinearArrowProcessNumbered"/>
    <dgm:cxn modelId="{811051FB-F1CE-4212-9BBF-AE4F4A787B09}" type="presOf" srcId="{EDC82422-C45A-48CC-B8E2-14CF621FBFE3}" destId="{27F4EC7C-D53A-46FF-88D1-08E8E8AE2040}" srcOrd="0" destOrd="0" presId="urn:microsoft.com/office/officeart/2016/7/layout/LinearArrowProcessNumbered"/>
    <dgm:cxn modelId="{6C7C44FE-CFF3-4F63-A525-80575A4A018D}" srcId="{92CE44C6-5273-40ED-ADC9-07F2DBD29041}" destId="{6257886B-B6D3-4CF7-B048-41F9CEDAAA15}" srcOrd="3" destOrd="0" parTransId="{F616AA86-DB13-4AC8-BB6B-49A74C04E9C4}" sibTransId="{3E32D9E1-4C57-4612-99F6-793E64CC7521}"/>
    <dgm:cxn modelId="{528C9BF1-7F66-49FD-AB27-B2F6F28CF17F}" type="presParOf" srcId="{98D68E70-C1D2-4382-8905-67BBBE7F5BBB}" destId="{3287C863-9FF7-422B-B68D-C3FDA687AF0D}" srcOrd="0" destOrd="0" presId="urn:microsoft.com/office/officeart/2016/7/layout/LinearArrowProcessNumbered"/>
    <dgm:cxn modelId="{BCD70ADC-144A-43B6-A185-82FAF05DBCFF}" type="presParOf" srcId="{3287C863-9FF7-422B-B68D-C3FDA687AF0D}" destId="{104CECC4-9527-45FB-B95F-7A974DA3CA43}" srcOrd="0" destOrd="0" presId="urn:microsoft.com/office/officeart/2016/7/layout/LinearArrowProcessNumbered"/>
    <dgm:cxn modelId="{E7D63C70-C7DA-4E9B-8625-F97F67C40F86}" type="presParOf" srcId="{3287C863-9FF7-422B-B68D-C3FDA687AF0D}" destId="{3FE9B46B-8109-4191-9C58-87DD58AC8697}" srcOrd="1" destOrd="0" presId="urn:microsoft.com/office/officeart/2016/7/layout/LinearArrowProcessNumbered"/>
    <dgm:cxn modelId="{A708C42D-91E4-4277-924C-1F6D6D20890C}" type="presParOf" srcId="{3FE9B46B-8109-4191-9C58-87DD58AC8697}" destId="{00DF3EC4-F7EC-42F9-BA2D-C96760400535}" srcOrd="0" destOrd="0" presId="urn:microsoft.com/office/officeart/2016/7/layout/LinearArrowProcessNumbered"/>
    <dgm:cxn modelId="{EA98AE73-1B97-4015-9F1A-8FB7470820C9}" type="presParOf" srcId="{3FE9B46B-8109-4191-9C58-87DD58AC8697}" destId="{25B01955-2A9B-4719-957F-575735CA81C9}" srcOrd="1" destOrd="0" presId="urn:microsoft.com/office/officeart/2016/7/layout/LinearArrowProcessNumbered"/>
    <dgm:cxn modelId="{6BEF9030-7D89-452A-9464-EDBAE8504956}" type="presParOf" srcId="{3FE9B46B-8109-4191-9C58-87DD58AC8697}" destId="{8ABC41C6-EEEF-4F8F-94F7-FA5A2ACC007F}" srcOrd="2" destOrd="0" presId="urn:microsoft.com/office/officeart/2016/7/layout/LinearArrowProcessNumbered"/>
    <dgm:cxn modelId="{E609FE38-C2B4-47A9-9127-D15FF83D1A68}" type="presParOf" srcId="{3FE9B46B-8109-4191-9C58-87DD58AC8697}" destId="{BA63EFC6-C80E-4CCF-B9AF-80EBC2B64A39}" srcOrd="3" destOrd="0" presId="urn:microsoft.com/office/officeart/2016/7/layout/LinearArrowProcessNumbered"/>
    <dgm:cxn modelId="{79E715CA-A52A-40E8-AE54-9E4403765B68}" type="presParOf" srcId="{3287C863-9FF7-422B-B68D-C3FDA687AF0D}" destId="{542D5C10-8D47-4DAB-B968-D3CAFC564CEA}" srcOrd="2" destOrd="0" presId="urn:microsoft.com/office/officeart/2016/7/layout/LinearArrowProcessNumbered"/>
    <dgm:cxn modelId="{2B5FF396-9EB9-405D-B013-1469C8382E4F}" type="presParOf" srcId="{98D68E70-C1D2-4382-8905-67BBBE7F5BBB}" destId="{D8C7DCFE-EF75-492C-879A-DF3FCC191668}" srcOrd="1" destOrd="0" presId="urn:microsoft.com/office/officeart/2016/7/layout/LinearArrowProcessNumbered"/>
    <dgm:cxn modelId="{2A622D3B-9896-4AA4-9408-28C152594C62}" type="presParOf" srcId="{98D68E70-C1D2-4382-8905-67BBBE7F5BBB}" destId="{7DB84AD2-0F1D-49C4-97E7-E10BA4ED375C}" srcOrd="2" destOrd="0" presId="urn:microsoft.com/office/officeart/2016/7/layout/LinearArrowProcessNumbered"/>
    <dgm:cxn modelId="{63533889-CC8E-41CF-9076-AB50A980EDFA}" type="presParOf" srcId="{7DB84AD2-0F1D-49C4-97E7-E10BA4ED375C}" destId="{2B2F10C8-0C76-442C-A6C6-4DA92D13B4B5}" srcOrd="0" destOrd="0" presId="urn:microsoft.com/office/officeart/2016/7/layout/LinearArrowProcessNumbered"/>
    <dgm:cxn modelId="{0E589127-5081-4260-9234-055B42AB8D72}" type="presParOf" srcId="{7DB84AD2-0F1D-49C4-97E7-E10BA4ED375C}" destId="{E1F7DEDC-E89B-4C07-90E4-960C31CE4EB4}" srcOrd="1" destOrd="0" presId="urn:microsoft.com/office/officeart/2016/7/layout/LinearArrowProcessNumbered"/>
    <dgm:cxn modelId="{B8F4B6F1-11A4-42AD-B8A4-0B233C983F87}" type="presParOf" srcId="{E1F7DEDC-E89B-4C07-90E4-960C31CE4EB4}" destId="{724B0C07-D160-4BB8-951A-5071B807BFCC}" srcOrd="0" destOrd="0" presId="urn:microsoft.com/office/officeart/2016/7/layout/LinearArrowProcessNumbered"/>
    <dgm:cxn modelId="{49F036BD-9862-4329-B757-4E32FB99348B}" type="presParOf" srcId="{E1F7DEDC-E89B-4C07-90E4-960C31CE4EB4}" destId="{A1A4F824-B50E-4487-80D7-6CDEA941444A}" srcOrd="1" destOrd="0" presId="urn:microsoft.com/office/officeart/2016/7/layout/LinearArrowProcessNumbered"/>
    <dgm:cxn modelId="{EC695E2D-8677-4526-86AB-88848D50867F}" type="presParOf" srcId="{E1F7DEDC-E89B-4C07-90E4-960C31CE4EB4}" destId="{603EDA65-88FE-49ED-A836-0A5F6ECA8D4D}" srcOrd="2" destOrd="0" presId="urn:microsoft.com/office/officeart/2016/7/layout/LinearArrowProcessNumbered"/>
    <dgm:cxn modelId="{62F7128B-5363-4CA4-8D73-FCBDFD6F26FE}" type="presParOf" srcId="{E1F7DEDC-E89B-4C07-90E4-960C31CE4EB4}" destId="{42135481-CF5B-4B0B-9131-090AE3F36124}" srcOrd="3" destOrd="0" presId="urn:microsoft.com/office/officeart/2016/7/layout/LinearArrowProcessNumbered"/>
    <dgm:cxn modelId="{79D825EE-7EB8-41C8-8022-4C9010DA6DDB}" type="presParOf" srcId="{7DB84AD2-0F1D-49C4-97E7-E10BA4ED375C}" destId="{81FB7FC7-5736-4B06-B165-7D6008DBBAC6}" srcOrd="2" destOrd="0" presId="urn:microsoft.com/office/officeart/2016/7/layout/LinearArrowProcessNumbered"/>
    <dgm:cxn modelId="{04950E8A-964A-425E-93C0-E048EF945662}" type="presParOf" srcId="{98D68E70-C1D2-4382-8905-67BBBE7F5BBB}" destId="{F378F365-96EE-4F3E-8DD8-9561BFD3FE4B}" srcOrd="3" destOrd="0" presId="urn:microsoft.com/office/officeart/2016/7/layout/LinearArrowProcessNumbered"/>
    <dgm:cxn modelId="{733D2F11-14F0-4F52-8840-4290042FE66B}" type="presParOf" srcId="{98D68E70-C1D2-4382-8905-67BBBE7F5BBB}" destId="{15A39341-9A2C-492C-B777-ED3B26D42EB1}" srcOrd="4" destOrd="0" presId="urn:microsoft.com/office/officeart/2016/7/layout/LinearArrowProcessNumbered"/>
    <dgm:cxn modelId="{3980FBA7-FDE8-4AC9-8ADC-06CF4653A9D7}" type="presParOf" srcId="{15A39341-9A2C-492C-B777-ED3B26D42EB1}" destId="{9D15B521-C012-41C4-88C9-DFCE198A9E4B}" srcOrd="0" destOrd="0" presId="urn:microsoft.com/office/officeart/2016/7/layout/LinearArrowProcessNumbered"/>
    <dgm:cxn modelId="{485A5733-B99D-4B51-B7C5-9E9807227AEE}" type="presParOf" srcId="{15A39341-9A2C-492C-B777-ED3B26D42EB1}" destId="{2747785B-BA55-4822-9555-03323CE66EAA}" srcOrd="1" destOrd="0" presId="urn:microsoft.com/office/officeart/2016/7/layout/LinearArrowProcessNumbered"/>
    <dgm:cxn modelId="{54997827-8EB7-48CE-8B77-67EC0B5474FC}" type="presParOf" srcId="{2747785B-BA55-4822-9555-03323CE66EAA}" destId="{07878D92-756F-4729-BC2E-8A97D8ACE6D1}" srcOrd="0" destOrd="0" presId="urn:microsoft.com/office/officeart/2016/7/layout/LinearArrowProcessNumbered"/>
    <dgm:cxn modelId="{D6687EB4-0431-4F66-AEA8-0561D7DBF237}" type="presParOf" srcId="{2747785B-BA55-4822-9555-03323CE66EAA}" destId="{FF190ED4-D13F-4EAA-B3A8-93F453B3687B}" srcOrd="1" destOrd="0" presId="urn:microsoft.com/office/officeart/2016/7/layout/LinearArrowProcessNumbered"/>
    <dgm:cxn modelId="{F1F37876-A40D-48B2-8360-82A39F007458}" type="presParOf" srcId="{2747785B-BA55-4822-9555-03323CE66EAA}" destId="{D1FD7E0F-0A42-4365-9A66-B93590B0B60A}" srcOrd="2" destOrd="0" presId="urn:microsoft.com/office/officeart/2016/7/layout/LinearArrowProcessNumbered"/>
    <dgm:cxn modelId="{8270E15B-9DD9-4614-AF50-17887D242352}" type="presParOf" srcId="{2747785B-BA55-4822-9555-03323CE66EAA}" destId="{BF71DE37-2FF3-42E5-A05F-EC2EE5819127}" srcOrd="3" destOrd="0" presId="urn:microsoft.com/office/officeart/2016/7/layout/LinearArrowProcessNumbered"/>
    <dgm:cxn modelId="{E34F02AB-370C-4CC9-86D9-709516B8051B}" type="presParOf" srcId="{15A39341-9A2C-492C-B777-ED3B26D42EB1}" destId="{D484CAB0-C92A-4C99-81EC-98A5C328DE26}" srcOrd="2" destOrd="0" presId="urn:microsoft.com/office/officeart/2016/7/layout/LinearArrowProcessNumbered"/>
    <dgm:cxn modelId="{508596A5-3FE2-4262-AE2B-825457C267B2}" type="presParOf" srcId="{98D68E70-C1D2-4382-8905-67BBBE7F5BBB}" destId="{CF709C83-6B25-4489-941A-4B3624D436EC}" srcOrd="5" destOrd="0" presId="urn:microsoft.com/office/officeart/2016/7/layout/LinearArrowProcessNumbered"/>
    <dgm:cxn modelId="{8A83C21C-A45E-4E1D-A48E-5977E87E3427}" type="presParOf" srcId="{98D68E70-C1D2-4382-8905-67BBBE7F5BBB}" destId="{B5EFA275-FD6D-46D2-9D1A-2D650A6327E5}" srcOrd="6" destOrd="0" presId="urn:microsoft.com/office/officeart/2016/7/layout/LinearArrowProcessNumbered"/>
    <dgm:cxn modelId="{0CD48265-8C9C-4343-83CB-75054B877DB8}" type="presParOf" srcId="{B5EFA275-FD6D-46D2-9D1A-2D650A6327E5}" destId="{B4E2172E-C2DC-4A56-A55F-1F687B07EF1C}" srcOrd="0" destOrd="0" presId="urn:microsoft.com/office/officeart/2016/7/layout/LinearArrowProcessNumbered"/>
    <dgm:cxn modelId="{B275FDBB-8709-4309-B149-F120D6BB0C64}" type="presParOf" srcId="{B5EFA275-FD6D-46D2-9D1A-2D650A6327E5}" destId="{526CA650-9CA5-4CC8-9B36-1132D46CAAF3}" srcOrd="1" destOrd="0" presId="urn:microsoft.com/office/officeart/2016/7/layout/LinearArrowProcessNumbered"/>
    <dgm:cxn modelId="{6AE9515D-C6DA-4C6D-AADC-B3AD46DBB426}" type="presParOf" srcId="{526CA650-9CA5-4CC8-9B36-1132D46CAAF3}" destId="{A63F6EB9-C093-4313-8F8C-0F78ADE369DB}" srcOrd="0" destOrd="0" presId="urn:microsoft.com/office/officeart/2016/7/layout/LinearArrowProcessNumbered"/>
    <dgm:cxn modelId="{F85F37C8-A1DD-4A31-98FE-07F7BF5E6BBA}" type="presParOf" srcId="{526CA650-9CA5-4CC8-9B36-1132D46CAAF3}" destId="{5E84A8D2-B622-4A27-AE50-F7637BE02559}" srcOrd="1" destOrd="0" presId="urn:microsoft.com/office/officeart/2016/7/layout/LinearArrowProcessNumbered"/>
    <dgm:cxn modelId="{60C6A524-5E57-427A-9CA1-312E5A6EE69A}" type="presParOf" srcId="{526CA650-9CA5-4CC8-9B36-1132D46CAAF3}" destId="{100DE767-A6C8-4DEC-9118-2F215DDB53B5}" srcOrd="2" destOrd="0" presId="urn:microsoft.com/office/officeart/2016/7/layout/LinearArrowProcessNumbered"/>
    <dgm:cxn modelId="{69D7B20C-9642-413F-85C5-17E3CAB6A567}" type="presParOf" srcId="{526CA650-9CA5-4CC8-9B36-1132D46CAAF3}" destId="{FCD85EBE-BE52-46DD-B42D-66C3A2008E1C}" srcOrd="3" destOrd="0" presId="urn:microsoft.com/office/officeart/2016/7/layout/LinearArrowProcessNumbered"/>
    <dgm:cxn modelId="{81E64F51-6C02-485E-A3D1-A034F309FCB2}" type="presParOf" srcId="{B5EFA275-FD6D-46D2-9D1A-2D650A6327E5}" destId="{48CF7229-775B-4385-88D3-DB799447AD84}" srcOrd="2" destOrd="0" presId="urn:microsoft.com/office/officeart/2016/7/layout/LinearArrowProcessNumbered"/>
    <dgm:cxn modelId="{44C9AB9F-FE21-4AEE-881C-DD33089CB341}" type="presParOf" srcId="{98D68E70-C1D2-4382-8905-67BBBE7F5BBB}" destId="{0C7F286E-0F06-4951-9035-E8004635F738}" srcOrd="7" destOrd="0" presId="urn:microsoft.com/office/officeart/2016/7/layout/LinearArrowProcessNumbered"/>
    <dgm:cxn modelId="{9A7568E7-5258-4375-AE37-415E26B12A17}" type="presParOf" srcId="{98D68E70-C1D2-4382-8905-67BBBE7F5BBB}" destId="{1A5CCE8E-5C7E-4798-BB18-AA3E0000D9F1}" srcOrd="8" destOrd="0" presId="urn:microsoft.com/office/officeart/2016/7/layout/LinearArrowProcessNumbered"/>
    <dgm:cxn modelId="{ED65E19B-D38B-4FD0-BE4C-3CEAFD7B4873}" type="presParOf" srcId="{1A5CCE8E-5C7E-4798-BB18-AA3E0000D9F1}" destId="{1C12C0DA-C6BC-43AD-8683-F85D50B3CC59}" srcOrd="0" destOrd="0" presId="urn:microsoft.com/office/officeart/2016/7/layout/LinearArrowProcessNumbered"/>
    <dgm:cxn modelId="{509F211B-2524-478A-8CFF-709109CFBB11}" type="presParOf" srcId="{1A5CCE8E-5C7E-4798-BB18-AA3E0000D9F1}" destId="{36CC9C1F-14FF-4D60-B1D3-560D93F910C1}" srcOrd="1" destOrd="0" presId="urn:microsoft.com/office/officeart/2016/7/layout/LinearArrowProcessNumbered"/>
    <dgm:cxn modelId="{2117EE01-CE62-4510-A7DD-A94FC001245C}" type="presParOf" srcId="{36CC9C1F-14FF-4D60-B1D3-560D93F910C1}" destId="{5D7A8B5E-883F-47BB-8B04-946A64EE6A65}" srcOrd="0" destOrd="0" presId="urn:microsoft.com/office/officeart/2016/7/layout/LinearArrowProcessNumbered"/>
    <dgm:cxn modelId="{1E0303FE-B53E-48FE-AAE9-5FA92A4FF1EF}" type="presParOf" srcId="{36CC9C1F-14FF-4D60-B1D3-560D93F910C1}" destId="{7887029B-2E32-403C-A65F-DF82CBACC438}" srcOrd="1" destOrd="0" presId="urn:microsoft.com/office/officeart/2016/7/layout/LinearArrowProcessNumbered"/>
    <dgm:cxn modelId="{651E2E4E-43F1-4BE1-92C8-BAE9C7258DD5}" type="presParOf" srcId="{36CC9C1F-14FF-4D60-B1D3-560D93F910C1}" destId="{6E4E537E-5DDD-4379-9E61-EB845B5FAA91}" srcOrd="2" destOrd="0" presId="urn:microsoft.com/office/officeart/2016/7/layout/LinearArrowProcessNumbered"/>
    <dgm:cxn modelId="{133CFB4E-631A-4202-8F83-69A946DE4DF6}" type="presParOf" srcId="{36CC9C1F-14FF-4D60-B1D3-560D93F910C1}" destId="{6D99277D-A4DE-46BF-8D38-8B701FD179AD}" srcOrd="3" destOrd="0" presId="urn:microsoft.com/office/officeart/2016/7/layout/LinearArrowProcessNumbered"/>
    <dgm:cxn modelId="{99914BCA-9F51-4A6F-B56A-51EE38F38D26}" type="presParOf" srcId="{1A5CCE8E-5C7E-4798-BB18-AA3E0000D9F1}" destId="{A872E375-D9A5-48C6-A84F-3115F4E3DC01}" srcOrd="2" destOrd="0" presId="urn:microsoft.com/office/officeart/2016/7/layout/LinearArrowProcessNumbered"/>
    <dgm:cxn modelId="{F3E9EA82-4679-4301-ADA6-ABAEBA3A5487}" type="presParOf" srcId="{98D68E70-C1D2-4382-8905-67BBBE7F5BBB}" destId="{EB3D3938-AFF7-452C-AF36-218534F494C8}" srcOrd="9" destOrd="0" presId="urn:microsoft.com/office/officeart/2016/7/layout/LinearArrowProcessNumbered"/>
    <dgm:cxn modelId="{BB050214-3441-487D-9C67-97290A23AFBB}" type="presParOf" srcId="{98D68E70-C1D2-4382-8905-67BBBE7F5BBB}" destId="{09F42B54-97BC-410B-8B4D-9785EF1C7C31}" srcOrd="10" destOrd="0" presId="urn:microsoft.com/office/officeart/2016/7/layout/LinearArrowProcessNumbered"/>
    <dgm:cxn modelId="{28D3AA09-A12A-47A5-94BC-E2D5C2895D31}" type="presParOf" srcId="{09F42B54-97BC-410B-8B4D-9785EF1C7C31}" destId="{D28E2DD9-384C-4611-A7E8-4044B7205E42}" srcOrd="0" destOrd="0" presId="urn:microsoft.com/office/officeart/2016/7/layout/LinearArrowProcessNumbered"/>
    <dgm:cxn modelId="{C494F64E-4467-4B4A-B3EA-DB398905EDA7}" type="presParOf" srcId="{09F42B54-97BC-410B-8B4D-9785EF1C7C31}" destId="{001C77E1-6E80-490B-ACD2-5437730510AE}" srcOrd="1" destOrd="0" presId="urn:microsoft.com/office/officeart/2016/7/layout/LinearArrowProcessNumbered"/>
    <dgm:cxn modelId="{E41F4373-1B81-49A2-B90C-92AC118E5B87}" type="presParOf" srcId="{001C77E1-6E80-490B-ACD2-5437730510AE}" destId="{C009E76A-B44A-41A9-B0F5-4DDC3A29C8BA}" srcOrd="0" destOrd="0" presId="urn:microsoft.com/office/officeart/2016/7/layout/LinearArrowProcessNumbered"/>
    <dgm:cxn modelId="{12507A92-3B61-447D-84F7-F49AF16B6A57}" type="presParOf" srcId="{001C77E1-6E80-490B-ACD2-5437730510AE}" destId="{EA0DBD58-8987-4CEC-8CC9-18CBC6941324}" srcOrd="1" destOrd="0" presId="urn:microsoft.com/office/officeart/2016/7/layout/LinearArrowProcessNumbered"/>
    <dgm:cxn modelId="{8DDA56E1-BF05-46B9-83A3-AEF5AE64A28A}" type="presParOf" srcId="{001C77E1-6E80-490B-ACD2-5437730510AE}" destId="{27F4EC7C-D53A-46FF-88D1-08E8E8AE2040}" srcOrd="2" destOrd="0" presId="urn:microsoft.com/office/officeart/2016/7/layout/LinearArrowProcessNumbered"/>
    <dgm:cxn modelId="{2F0FD277-E011-45E2-8F6D-A8D6F0F3FF4F}" type="presParOf" srcId="{001C77E1-6E80-490B-ACD2-5437730510AE}" destId="{2EA5E323-7F79-4A52-B112-94D5648A938D}" srcOrd="3" destOrd="0" presId="urn:microsoft.com/office/officeart/2016/7/layout/LinearArrowProcessNumbered"/>
    <dgm:cxn modelId="{828B4B4B-C6E7-470E-8DB3-821CC46C8D27}" type="presParOf" srcId="{09F42B54-97BC-410B-8B4D-9785EF1C7C31}" destId="{97B7D7AC-ABF6-471F-BB57-8E29653F843D}" srcOrd="2" destOrd="0" presId="urn:microsoft.com/office/officeart/2016/7/layout/LinearArrowProcessNumbered"/>
    <dgm:cxn modelId="{569B7D83-D655-4C6C-8FA7-9C9451813D89}" type="presParOf" srcId="{98D68E70-C1D2-4382-8905-67BBBE7F5BBB}" destId="{5F582F88-ECAA-4DD8-80B1-0CFFFCD76BA5}" srcOrd="11" destOrd="0" presId="urn:microsoft.com/office/officeart/2016/7/layout/LinearArrowProcessNumbered"/>
    <dgm:cxn modelId="{6989B0EB-C23A-42AA-80BD-39798AE8C08F}" type="presParOf" srcId="{98D68E70-C1D2-4382-8905-67BBBE7F5BBB}" destId="{A9620806-4379-428D-9E0A-E069BF9532E0}" srcOrd="12" destOrd="0" presId="urn:microsoft.com/office/officeart/2016/7/layout/LinearArrowProcessNumbered"/>
    <dgm:cxn modelId="{869793EA-F20A-4075-A406-2CAE7E852413}" type="presParOf" srcId="{A9620806-4379-428D-9E0A-E069BF9532E0}" destId="{DC64C198-1647-40C6-89FA-0F934BB915F2}" srcOrd="0" destOrd="0" presId="urn:microsoft.com/office/officeart/2016/7/layout/LinearArrowProcessNumbered"/>
    <dgm:cxn modelId="{4AF44BAC-45CB-4C18-B402-D84646481171}" type="presParOf" srcId="{A9620806-4379-428D-9E0A-E069BF9532E0}" destId="{1E8F5A0E-907C-4F85-BFEF-9B2FEA48816F}" srcOrd="1" destOrd="0" presId="urn:microsoft.com/office/officeart/2016/7/layout/LinearArrowProcessNumbered"/>
    <dgm:cxn modelId="{92D8606A-F6BF-4348-AC8D-92B62097CF8A}" type="presParOf" srcId="{1E8F5A0E-907C-4F85-BFEF-9B2FEA48816F}" destId="{4F0FAF9F-D104-4A80-BD4C-C19CC9D8CEEA}" srcOrd="0" destOrd="0" presId="urn:microsoft.com/office/officeart/2016/7/layout/LinearArrowProcessNumbered"/>
    <dgm:cxn modelId="{18DA95D2-92A0-4C00-A18E-A34F68830D05}" type="presParOf" srcId="{1E8F5A0E-907C-4F85-BFEF-9B2FEA48816F}" destId="{8F482248-8089-491C-9B9D-6D2AD7A8CC71}" srcOrd="1" destOrd="0" presId="urn:microsoft.com/office/officeart/2016/7/layout/LinearArrowProcessNumbered"/>
    <dgm:cxn modelId="{44C4CA63-FF95-48EB-859E-96D496CA7452}" type="presParOf" srcId="{1E8F5A0E-907C-4F85-BFEF-9B2FEA48816F}" destId="{299B17F2-40FD-4BEF-9973-F1B8E218E9E7}" srcOrd="2" destOrd="0" presId="urn:microsoft.com/office/officeart/2016/7/layout/LinearArrowProcessNumbered"/>
    <dgm:cxn modelId="{1543C645-A939-4182-AD70-DCA77983F780}" type="presParOf" srcId="{1E8F5A0E-907C-4F85-BFEF-9B2FEA48816F}" destId="{BBA265CA-3193-45D9-B7F5-679B16C4EFDD}" srcOrd="3" destOrd="0" presId="urn:microsoft.com/office/officeart/2016/7/layout/LinearArrowProcessNumbered"/>
    <dgm:cxn modelId="{DF3A90A1-ACEC-4491-9689-C823ADFE3D21}" type="presParOf" srcId="{A9620806-4379-428D-9E0A-E069BF9532E0}" destId="{8792CA1F-21DE-4683-B10C-587A8070EDA1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BF1121-5ADC-4E81-BDC3-0942A71F9E2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C4C2A0-2235-4950-9C3B-909ACEB332E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Sprint Planning</a:t>
          </a:r>
          <a:br>
            <a:rPr lang="en-US" sz="1200"/>
          </a:br>
          <a:r>
            <a:rPr lang="en-US" sz="1200"/>
            <a:t>Define sprint goal and commit stories based on team capacity.</a:t>
          </a:r>
          <a:endParaRPr lang="en-US" sz="1200" dirty="0"/>
        </a:p>
      </dgm:t>
    </dgm:pt>
    <dgm:pt modelId="{2B1AA1BC-A52A-4D20-941D-30259E0EA2FB}" type="parTrans" cxnId="{385D3285-CDDE-4621-8687-17D6B56EC6FA}">
      <dgm:prSet/>
      <dgm:spPr/>
      <dgm:t>
        <a:bodyPr/>
        <a:lstStyle/>
        <a:p>
          <a:endParaRPr lang="en-US" sz="2000"/>
        </a:p>
      </dgm:t>
    </dgm:pt>
    <dgm:pt modelId="{4A08835C-E782-413D-883C-6804DA46ACFC}" type="sibTrans" cxnId="{385D3285-CDDE-4621-8687-17D6B56EC6FA}">
      <dgm:prSet/>
      <dgm:spPr/>
      <dgm:t>
        <a:bodyPr/>
        <a:lstStyle/>
        <a:p>
          <a:endParaRPr lang="en-US" sz="2000"/>
        </a:p>
      </dgm:t>
    </dgm:pt>
    <dgm:pt modelId="{986AD515-BE1F-4499-9F31-BD23F491D95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Daily Standups</a:t>
          </a:r>
          <a:br>
            <a:rPr lang="en-US" sz="1200"/>
          </a:br>
          <a:r>
            <a:rPr lang="en-US" sz="1200"/>
            <a:t>15-minute sync to track progress, blockers, and dependencies.</a:t>
          </a:r>
        </a:p>
      </dgm:t>
    </dgm:pt>
    <dgm:pt modelId="{3AD1D674-117B-4154-972A-8147E43417E7}" type="parTrans" cxnId="{AE68C612-8442-4AC1-8A66-7FCCF96090E5}">
      <dgm:prSet/>
      <dgm:spPr/>
      <dgm:t>
        <a:bodyPr/>
        <a:lstStyle/>
        <a:p>
          <a:endParaRPr lang="en-US" sz="2000"/>
        </a:p>
      </dgm:t>
    </dgm:pt>
    <dgm:pt modelId="{F4CDF578-3013-41A9-9F04-820D4F28B6E5}" type="sibTrans" cxnId="{AE68C612-8442-4AC1-8A66-7FCCF96090E5}">
      <dgm:prSet/>
      <dgm:spPr/>
      <dgm:t>
        <a:bodyPr/>
        <a:lstStyle/>
        <a:p>
          <a:endParaRPr lang="en-US" sz="2000"/>
        </a:p>
      </dgm:t>
    </dgm:pt>
    <dgm:pt modelId="{8A8A606C-8C41-43D2-B62B-5F6E3BA991A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Backlog Refinement</a:t>
          </a:r>
          <a:br>
            <a:rPr lang="en-US" sz="1200"/>
          </a:br>
          <a:r>
            <a:rPr lang="en-US" sz="1200"/>
            <a:t>Mid-sprint grooming to prepare upcoming work items.</a:t>
          </a:r>
        </a:p>
      </dgm:t>
    </dgm:pt>
    <dgm:pt modelId="{D364F28D-1C68-454F-B658-C233CB95C1FA}" type="parTrans" cxnId="{3EC7994B-67A4-4003-B370-C50009A5A8B5}">
      <dgm:prSet/>
      <dgm:spPr/>
      <dgm:t>
        <a:bodyPr/>
        <a:lstStyle/>
        <a:p>
          <a:endParaRPr lang="en-US" sz="2000"/>
        </a:p>
      </dgm:t>
    </dgm:pt>
    <dgm:pt modelId="{108C3088-B4A9-44F9-8ADB-22789C4C80D6}" type="sibTrans" cxnId="{3EC7994B-67A4-4003-B370-C50009A5A8B5}">
      <dgm:prSet/>
      <dgm:spPr/>
      <dgm:t>
        <a:bodyPr/>
        <a:lstStyle/>
        <a:p>
          <a:endParaRPr lang="en-US" sz="2000"/>
        </a:p>
      </dgm:t>
    </dgm:pt>
    <dgm:pt modelId="{1FB22CE0-5FBA-4012-B0DF-3D0862A30FA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Sprint Review</a:t>
          </a:r>
          <a:br>
            <a:rPr lang="en-US" sz="1200"/>
          </a:br>
          <a:r>
            <a:rPr lang="en-US" sz="1200"/>
            <a:t>Demo completed features to stakeholders for feedback.</a:t>
          </a:r>
        </a:p>
      </dgm:t>
    </dgm:pt>
    <dgm:pt modelId="{81B93845-8A9A-428F-A26C-9748E1BCE7EB}" type="parTrans" cxnId="{7F1826B2-1756-4CDD-B084-C816AE61C759}">
      <dgm:prSet/>
      <dgm:spPr/>
      <dgm:t>
        <a:bodyPr/>
        <a:lstStyle/>
        <a:p>
          <a:endParaRPr lang="en-US" sz="2000"/>
        </a:p>
      </dgm:t>
    </dgm:pt>
    <dgm:pt modelId="{259E0ABF-A70A-424B-98C6-EF99B8D6E422}" type="sibTrans" cxnId="{7F1826B2-1756-4CDD-B084-C816AE61C759}">
      <dgm:prSet/>
      <dgm:spPr/>
      <dgm:t>
        <a:bodyPr/>
        <a:lstStyle/>
        <a:p>
          <a:endParaRPr lang="en-US" sz="2000"/>
        </a:p>
      </dgm:t>
    </dgm:pt>
    <dgm:pt modelId="{D819CC60-CA8C-46A7-8A95-7818680F791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Retrospective</a:t>
          </a:r>
          <a:br>
            <a:rPr lang="en-US" sz="1200"/>
          </a:br>
          <a:r>
            <a:rPr lang="en-US" sz="1200"/>
            <a:t>Identify improvements to increase delivery efficiency.</a:t>
          </a:r>
          <a:endParaRPr lang="en-US" sz="1200" dirty="0"/>
        </a:p>
      </dgm:t>
    </dgm:pt>
    <dgm:pt modelId="{E4B216EC-AAB7-41BD-9458-6903A5058F94}" type="parTrans" cxnId="{AAABFB5B-719D-4303-8417-2A7B27A72C4D}">
      <dgm:prSet/>
      <dgm:spPr/>
      <dgm:t>
        <a:bodyPr/>
        <a:lstStyle/>
        <a:p>
          <a:endParaRPr lang="en-US" sz="2000"/>
        </a:p>
      </dgm:t>
    </dgm:pt>
    <dgm:pt modelId="{1C67AEB9-79B1-4E59-87C6-E314B9185822}" type="sibTrans" cxnId="{AAABFB5B-719D-4303-8417-2A7B27A72C4D}">
      <dgm:prSet/>
      <dgm:spPr/>
      <dgm:t>
        <a:bodyPr/>
        <a:lstStyle/>
        <a:p>
          <a:endParaRPr lang="en-US" sz="2000"/>
        </a:p>
      </dgm:t>
    </dgm:pt>
    <dgm:pt modelId="{71A9AF93-78D3-499F-B325-7DD23D557AF4}" type="pres">
      <dgm:prSet presAssocID="{6EBF1121-5ADC-4E81-BDC3-0942A71F9E24}" presName="root" presStyleCnt="0">
        <dgm:presLayoutVars>
          <dgm:dir/>
          <dgm:resizeHandles val="exact"/>
        </dgm:presLayoutVars>
      </dgm:prSet>
      <dgm:spPr/>
    </dgm:pt>
    <dgm:pt modelId="{750F5284-A74A-4843-B364-81E271FC55D8}" type="pres">
      <dgm:prSet presAssocID="{48C4C2A0-2235-4950-9C3B-909ACEB332EE}" presName="compNode" presStyleCnt="0"/>
      <dgm:spPr/>
    </dgm:pt>
    <dgm:pt modelId="{CF69AC69-BEC2-4AC3-A91C-8DC31B831D53}" type="pres">
      <dgm:prSet presAssocID="{48C4C2A0-2235-4950-9C3B-909ACEB332E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DA25ACD2-2198-4D82-8139-029209DBE992}" type="pres">
      <dgm:prSet presAssocID="{48C4C2A0-2235-4950-9C3B-909ACEB332EE}" presName="spaceRect" presStyleCnt="0"/>
      <dgm:spPr/>
    </dgm:pt>
    <dgm:pt modelId="{556F5EA8-3DD0-4223-A2C9-31340CDAC051}" type="pres">
      <dgm:prSet presAssocID="{48C4C2A0-2235-4950-9C3B-909ACEB332EE}" presName="textRect" presStyleLbl="revTx" presStyleIdx="0" presStyleCnt="5">
        <dgm:presLayoutVars>
          <dgm:chMax val="1"/>
          <dgm:chPref val="1"/>
        </dgm:presLayoutVars>
      </dgm:prSet>
      <dgm:spPr/>
    </dgm:pt>
    <dgm:pt modelId="{04C564AC-4DF5-48F1-9B08-5130C7820195}" type="pres">
      <dgm:prSet presAssocID="{4A08835C-E782-413D-883C-6804DA46ACFC}" presName="sibTrans" presStyleCnt="0"/>
      <dgm:spPr/>
    </dgm:pt>
    <dgm:pt modelId="{13FDD821-3C18-4483-A6B4-A3687DF55A6C}" type="pres">
      <dgm:prSet presAssocID="{986AD515-BE1F-4499-9F31-BD23F491D958}" presName="compNode" presStyleCnt="0"/>
      <dgm:spPr/>
    </dgm:pt>
    <dgm:pt modelId="{880F3E15-34DC-4D1C-9830-44130BB6529C}" type="pres">
      <dgm:prSet presAssocID="{986AD515-BE1F-4499-9F31-BD23F491D95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CEC1C5E-BD88-4EDE-9560-5CC1FC222431}" type="pres">
      <dgm:prSet presAssocID="{986AD515-BE1F-4499-9F31-BD23F491D958}" presName="spaceRect" presStyleCnt="0"/>
      <dgm:spPr/>
    </dgm:pt>
    <dgm:pt modelId="{FBE5F9CF-E0FC-4919-B297-A019BFA40C22}" type="pres">
      <dgm:prSet presAssocID="{986AD515-BE1F-4499-9F31-BD23F491D958}" presName="textRect" presStyleLbl="revTx" presStyleIdx="1" presStyleCnt="5">
        <dgm:presLayoutVars>
          <dgm:chMax val="1"/>
          <dgm:chPref val="1"/>
        </dgm:presLayoutVars>
      </dgm:prSet>
      <dgm:spPr/>
    </dgm:pt>
    <dgm:pt modelId="{E7BB326A-71EC-4361-9369-CE31B0561B73}" type="pres">
      <dgm:prSet presAssocID="{F4CDF578-3013-41A9-9F04-820D4F28B6E5}" presName="sibTrans" presStyleCnt="0"/>
      <dgm:spPr/>
    </dgm:pt>
    <dgm:pt modelId="{F36B3950-6325-4A80-82DC-A4312BFB27C3}" type="pres">
      <dgm:prSet presAssocID="{8A8A606C-8C41-43D2-B62B-5F6E3BA991A1}" presName="compNode" presStyleCnt="0"/>
      <dgm:spPr/>
    </dgm:pt>
    <dgm:pt modelId="{D7232E27-E3D2-4253-A7FF-10D1459F2AA8}" type="pres">
      <dgm:prSet presAssocID="{8A8A606C-8C41-43D2-B62B-5F6E3BA991A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12787BC5-217A-443C-A866-0E4756570F74}" type="pres">
      <dgm:prSet presAssocID="{8A8A606C-8C41-43D2-B62B-5F6E3BA991A1}" presName="spaceRect" presStyleCnt="0"/>
      <dgm:spPr/>
    </dgm:pt>
    <dgm:pt modelId="{CCF05182-6559-4E30-9168-B93A1F282CA9}" type="pres">
      <dgm:prSet presAssocID="{8A8A606C-8C41-43D2-B62B-5F6E3BA991A1}" presName="textRect" presStyleLbl="revTx" presStyleIdx="2" presStyleCnt="5">
        <dgm:presLayoutVars>
          <dgm:chMax val="1"/>
          <dgm:chPref val="1"/>
        </dgm:presLayoutVars>
      </dgm:prSet>
      <dgm:spPr/>
    </dgm:pt>
    <dgm:pt modelId="{0A25DA71-4C56-4A36-898E-AAE4A120E473}" type="pres">
      <dgm:prSet presAssocID="{108C3088-B4A9-44F9-8ADB-22789C4C80D6}" presName="sibTrans" presStyleCnt="0"/>
      <dgm:spPr/>
    </dgm:pt>
    <dgm:pt modelId="{A5DE39E6-0320-4298-9DB4-292D825EAF35}" type="pres">
      <dgm:prSet presAssocID="{1FB22CE0-5FBA-4012-B0DF-3D0862A30FA1}" presName="compNode" presStyleCnt="0"/>
      <dgm:spPr/>
    </dgm:pt>
    <dgm:pt modelId="{C80B795C-DAB7-43CB-AA08-31E5552D5633}" type="pres">
      <dgm:prSet presAssocID="{1FB22CE0-5FBA-4012-B0DF-3D0862A30FA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729CCE1-A3D5-44D8-A98D-48C71FCAE45C}" type="pres">
      <dgm:prSet presAssocID="{1FB22CE0-5FBA-4012-B0DF-3D0862A30FA1}" presName="spaceRect" presStyleCnt="0"/>
      <dgm:spPr/>
    </dgm:pt>
    <dgm:pt modelId="{04AECA1A-340E-422D-B29A-7F2AC858CFB0}" type="pres">
      <dgm:prSet presAssocID="{1FB22CE0-5FBA-4012-B0DF-3D0862A30FA1}" presName="textRect" presStyleLbl="revTx" presStyleIdx="3" presStyleCnt="5">
        <dgm:presLayoutVars>
          <dgm:chMax val="1"/>
          <dgm:chPref val="1"/>
        </dgm:presLayoutVars>
      </dgm:prSet>
      <dgm:spPr/>
    </dgm:pt>
    <dgm:pt modelId="{EF051B66-187C-4385-B19F-ACE6B7B76A74}" type="pres">
      <dgm:prSet presAssocID="{259E0ABF-A70A-424B-98C6-EF99B8D6E422}" presName="sibTrans" presStyleCnt="0"/>
      <dgm:spPr/>
    </dgm:pt>
    <dgm:pt modelId="{AAE27ED4-F436-4D62-95AD-8A9EBD71C133}" type="pres">
      <dgm:prSet presAssocID="{D819CC60-CA8C-46A7-8A95-7818680F7914}" presName="compNode" presStyleCnt="0"/>
      <dgm:spPr/>
    </dgm:pt>
    <dgm:pt modelId="{73DF354E-E563-48AD-A6F8-64A4B722AEEE}" type="pres">
      <dgm:prSet presAssocID="{D819CC60-CA8C-46A7-8A95-7818680F791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E4FA708B-92AC-4375-9FB2-D0671B3F8FB7}" type="pres">
      <dgm:prSet presAssocID="{D819CC60-CA8C-46A7-8A95-7818680F7914}" presName="spaceRect" presStyleCnt="0"/>
      <dgm:spPr/>
    </dgm:pt>
    <dgm:pt modelId="{4D7E002B-F92E-4806-A54E-FBFFC5168771}" type="pres">
      <dgm:prSet presAssocID="{D819CC60-CA8C-46A7-8A95-7818680F791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E68C612-8442-4AC1-8A66-7FCCF96090E5}" srcId="{6EBF1121-5ADC-4E81-BDC3-0942A71F9E24}" destId="{986AD515-BE1F-4499-9F31-BD23F491D958}" srcOrd="1" destOrd="0" parTransId="{3AD1D674-117B-4154-972A-8147E43417E7}" sibTransId="{F4CDF578-3013-41A9-9F04-820D4F28B6E5}"/>
    <dgm:cxn modelId="{3EDE861A-472F-411A-AB4F-E7F5ECE3B00E}" type="presOf" srcId="{6EBF1121-5ADC-4E81-BDC3-0942A71F9E24}" destId="{71A9AF93-78D3-499F-B325-7DD23D557AF4}" srcOrd="0" destOrd="0" presId="urn:microsoft.com/office/officeart/2018/2/layout/IconLabelList"/>
    <dgm:cxn modelId="{170F9F32-8F2B-4114-AA49-1412851CB330}" type="presOf" srcId="{48C4C2A0-2235-4950-9C3B-909ACEB332EE}" destId="{556F5EA8-3DD0-4223-A2C9-31340CDAC051}" srcOrd="0" destOrd="0" presId="urn:microsoft.com/office/officeart/2018/2/layout/IconLabelList"/>
    <dgm:cxn modelId="{AAABFB5B-719D-4303-8417-2A7B27A72C4D}" srcId="{6EBF1121-5ADC-4E81-BDC3-0942A71F9E24}" destId="{D819CC60-CA8C-46A7-8A95-7818680F7914}" srcOrd="4" destOrd="0" parTransId="{E4B216EC-AAB7-41BD-9458-6903A5058F94}" sibTransId="{1C67AEB9-79B1-4E59-87C6-E314B9185822}"/>
    <dgm:cxn modelId="{B060B342-4379-44FB-8624-1B5ECCD7AED0}" type="presOf" srcId="{8A8A606C-8C41-43D2-B62B-5F6E3BA991A1}" destId="{CCF05182-6559-4E30-9168-B93A1F282CA9}" srcOrd="0" destOrd="0" presId="urn:microsoft.com/office/officeart/2018/2/layout/IconLabelList"/>
    <dgm:cxn modelId="{3EC7994B-67A4-4003-B370-C50009A5A8B5}" srcId="{6EBF1121-5ADC-4E81-BDC3-0942A71F9E24}" destId="{8A8A606C-8C41-43D2-B62B-5F6E3BA991A1}" srcOrd="2" destOrd="0" parTransId="{D364F28D-1C68-454F-B658-C233CB95C1FA}" sibTransId="{108C3088-B4A9-44F9-8ADB-22789C4C80D6}"/>
    <dgm:cxn modelId="{03AA3579-9DFE-4F5C-B16F-176500CB2234}" type="presOf" srcId="{1FB22CE0-5FBA-4012-B0DF-3D0862A30FA1}" destId="{04AECA1A-340E-422D-B29A-7F2AC858CFB0}" srcOrd="0" destOrd="0" presId="urn:microsoft.com/office/officeart/2018/2/layout/IconLabelList"/>
    <dgm:cxn modelId="{385D3285-CDDE-4621-8687-17D6B56EC6FA}" srcId="{6EBF1121-5ADC-4E81-BDC3-0942A71F9E24}" destId="{48C4C2A0-2235-4950-9C3B-909ACEB332EE}" srcOrd="0" destOrd="0" parTransId="{2B1AA1BC-A52A-4D20-941D-30259E0EA2FB}" sibTransId="{4A08835C-E782-413D-883C-6804DA46ACFC}"/>
    <dgm:cxn modelId="{C76855A4-EEDD-4F96-B38E-21D3140B243B}" type="presOf" srcId="{D819CC60-CA8C-46A7-8A95-7818680F7914}" destId="{4D7E002B-F92E-4806-A54E-FBFFC5168771}" srcOrd="0" destOrd="0" presId="urn:microsoft.com/office/officeart/2018/2/layout/IconLabelList"/>
    <dgm:cxn modelId="{7F1826B2-1756-4CDD-B084-C816AE61C759}" srcId="{6EBF1121-5ADC-4E81-BDC3-0942A71F9E24}" destId="{1FB22CE0-5FBA-4012-B0DF-3D0862A30FA1}" srcOrd="3" destOrd="0" parTransId="{81B93845-8A9A-428F-A26C-9748E1BCE7EB}" sibTransId="{259E0ABF-A70A-424B-98C6-EF99B8D6E422}"/>
    <dgm:cxn modelId="{EE4728C0-986F-462D-8615-282C41117AF1}" type="presOf" srcId="{986AD515-BE1F-4499-9F31-BD23F491D958}" destId="{FBE5F9CF-E0FC-4919-B297-A019BFA40C22}" srcOrd="0" destOrd="0" presId="urn:microsoft.com/office/officeart/2018/2/layout/IconLabelList"/>
    <dgm:cxn modelId="{A8F41E51-596F-42D6-A0AC-EBBCF7002BF9}" type="presParOf" srcId="{71A9AF93-78D3-499F-B325-7DD23D557AF4}" destId="{750F5284-A74A-4843-B364-81E271FC55D8}" srcOrd="0" destOrd="0" presId="urn:microsoft.com/office/officeart/2018/2/layout/IconLabelList"/>
    <dgm:cxn modelId="{61100995-807F-491B-896C-7A9AC1092E4B}" type="presParOf" srcId="{750F5284-A74A-4843-B364-81E271FC55D8}" destId="{CF69AC69-BEC2-4AC3-A91C-8DC31B831D53}" srcOrd="0" destOrd="0" presId="urn:microsoft.com/office/officeart/2018/2/layout/IconLabelList"/>
    <dgm:cxn modelId="{F3C3B94A-6B6A-4607-9389-2A2C10A8356B}" type="presParOf" srcId="{750F5284-A74A-4843-B364-81E271FC55D8}" destId="{DA25ACD2-2198-4D82-8139-029209DBE992}" srcOrd="1" destOrd="0" presId="urn:microsoft.com/office/officeart/2018/2/layout/IconLabelList"/>
    <dgm:cxn modelId="{6BD58609-8A0F-4D31-990A-B7DADD6627B6}" type="presParOf" srcId="{750F5284-A74A-4843-B364-81E271FC55D8}" destId="{556F5EA8-3DD0-4223-A2C9-31340CDAC051}" srcOrd="2" destOrd="0" presId="urn:microsoft.com/office/officeart/2018/2/layout/IconLabelList"/>
    <dgm:cxn modelId="{1C8A9CD5-067E-451C-A3B5-8A12015CC2EE}" type="presParOf" srcId="{71A9AF93-78D3-499F-B325-7DD23D557AF4}" destId="{04C564AC-4DF5-48F1-9B08-5130C7820195}" srcOrd="1" destOrd="0" presId="urn:microsoft.com/office/officeart/2018/2/layout/IconLabelList"/>
    <dgm:cxn modelId="{58553169-16D3-4213-B23D-9C5FDB609645}" type="presParOf" srcId="{71A9AF93-78D3-499F-B325-7DD23D557AF4}" destId="{13FDD821-3C18-4483-A6B4-A3687DF55A6C}" srcOrd="2" destOrd="0" presId="urn:microsoft.com/office/officeart/2018/2/layout/IconLabelList"/>
    <dgm:cxn modelId="{A830E586-13BD-48C6-98C5-83A8842A9956}" type="presParOf" srcId="{13FDD821-3C18-4483-A6B4-A3687DF55A6C}" destId="{880F3E15-34DC-4D1C-9830-44130BB6529C}" srcOrd="0" destOrd="0" presId="urn:microsoft.com/office/officeart/2018/2/layout/IconLabelList"/>
    <dgm:cxn modelId="{5252F074-FF5F-4A5B-9986-7906F57001D7}" type="presParOf" srcId="{13FDD821-3C18-4483-A6B4-A3687DF55A6C}" destId="{0CEC1C5E-BD88-4EDE-9560-5CC1FC222431}" srcOrd="1" destOrd="0" presId="urn:microsoft.com/office/officeart/2018/2/layout/IconLabelList"/>
    <dgm:cxn modelId="{C5413A75-8A42-4A91-A491-CECB95F8DB25}" type="presParOf" srcId="{13FDD821-3C18-4483-A6B4-A3687DF55A6C}" destId="{FBE5F9CF-E0FC-4919-B297-A019BFA40C22}" srcOrd="2" destOrd="0" presId="urn:microsoft.com/office/officeart/2018/2/layout/IconLabelList"/>
    <dgm:cxn modelId="{18F19207-E9CD-4CF8-BD15-FDEFD1585B53}" type="presParOf" srcId="{71A9AF93-78D3-499F-B325-7DD23D557AF4}" destId="{E7BB326A-71EC-4361-9369-CE31B0561B73}" srcOrd="3" destOrd="0" presId="urn:microsoft.com/office/officeart/2018/2/layout/IconLabelList"/>
    <dgm:cxn modelId="{DE4F33AE-420C-46D7-A148-2B85E76DD3D0}" type="presParOf" srcId="{71A9AF93-78D3-499F-B325-7DD23D557AF4}" destId="{F36B3950-6325-4A80-82DC-A4312BFB27C3}" srcOrd="4" destOrd="0" presId="urn:microsoft.com/office/officeart/2018/2/layout/IconLabelList"/>
    <dgm:cxn modelId="{397DDBD0-FE05-4648-ACC9-5254CC080D70}" type="presParOf" srcId="{F36B3950-6325-4A80-82DC-A4312BFB27C3}" destId="{D7232E27-E3D2-4253-A7FF-10D1459F2AA8}" srcOrd="0" destOrd="0" presId="urn:microsoft.com/office/officeart/2018/2/layout/IconLabelList"/>
    <dgm:cxn modelId="{1EC27B7A-E19C-4B8D-91E5-55C5657232A0}" type="presParOf" srcId="{F36B3950-6325-4A80-82DC-A4312BFB27C3}" destId="{12787BC5-217A-443C-A866-0E4756570F74}" srcOrd="1" destOrd="0" presId="urn:microsoft.com/office/officeart/2018/2/layout/IconLabelList"/>
    <dgm:cxn modelId="{3BFDEEE6-CE67-4338-BD81-2C026E9FDBC7}" type="presParOf" srcId="{F36B3950-6325-4A80-82DC-A4312BFB27C3}" destId="{CCF05182-6559-4E30-9168-B93A1F282CA9}" srcOrd="2" destOrd="0" presId="urn:microsoft.com/office/officeart/2018/2/layout/IconLabelList"/>
    <dgm:cxn modelId="{1B7D0D77-7EC5-470A-AB43-85014B3CA5E0}" type="presParOf" srcId="{71A9AF93-78D3-499F-B325-7DD23D557AF4}" destId="{0A25DA71-4C56-4A36-898E-AAE4A120E473}" srcOrd="5" destOrd="0" presId="urn:microsoft.com/office/officeart/2018/2/layout/IconLabelList"/>
    <dgm:cxn modelId="{4A5FA1C1-6F78-4BA8-982D-5D56A34EEBA5}" type="presParOf" srcId="{71A9AF93-78D3-499F-B325-7DD23D557AF4}" destId="{A5DE39E6-0320-4298-9DB4-292D825EAF35}" srcOrd="6" destOrd="0" presId="urn:microsoft.com/office/officeart/2018/2/layout/IconLabelList"/>
    <dgm:cxn modelId="{F05C0A41-89E9-4AC4-BB30-C067DC08DC1A}" type="presParOf" srcId="{A5DE39E6-0320-4298-9DB4-292D825EAF35}" destId="{C80B795C-DAB7-43CB-AA08-31E5552D5633}" srcOrd="0" destOrd="0" presId="urn:microsoft.com/office/officeart/2018/2/layout/IconLabelList"/>
    <dgm:cxn modelId="{56619587-6CEF-47D4-A2A5-D778FFEA6778}" type="presParOf" srcId="{A5DE39E6-0320-4298-9DB4-292D825EAF35}" destId="{E729CCE1-A3D5-44D8-A98D-48C71FCAE45C}" srcOrd="1" destOrd="0" presId="urn:microsoft.com/office/officeart/2018/2/layout/IconLabelList"/>
    <dgm:cxn modelId="{487050B1-5A4D-421E-AC0E-2673FB0D2F53}" type="presParOf" srcId="{A5DE39E6-0320-4298-9DB4-292D825EAF35}" destId="{04AECA1A-340E-422D-B29A-7F2AC858CFB0}" srcOrd="2" destOrd="0" presId="urn:microsoft.com/office/officeart/2018/2/layout/IconLabelList"/>
    <dgm:cxn modelId="{2B169521-6E22-483F-B64F-0D3FE3986DEC}" type="presParOf" srcId="{71A9AF93-78D3-499F-B325-7DD23D557AF4}" destId="{EF051B66-187C-4385-B19F-ACE6B7B76A74}" srcOrd="7" destOrd="0" presId="urn:microsoft.com/office/officeart/2018/2/layout/IconLabelList"/>
    <dgm:cxn modelId="{7EB75350-B5A5-4301-9CF7-D2321BFCBCD5}" type="presParOf" srcId="{71A9AF93-78D3-499F-B325-7DD23D557AF4}" destId="{AAE27ED4-F436-4D62-95AD-8A9EBD71C133}" srcOrd="8" destOrd="0" presId="urn:microsoft.com/office/officeart/2018/2/layout/IconLabelList"/>
    <dgm:cxn modelId="{2B0F0CB9-C1A5-4754-930F-1840EB21E4CA}" type="presParOf" srcId="{AAE27ED4-F436-4D62-95AD-8A9EBD71C133}" destId="{73DF354E-E563-48AD-A6F8-64A4B722AEEE}" srcOrd="0" destOrd="0" presId="urn:microsoft.com/office/officeart/2018/2/layout/IconLabelList"/>
    <dgm:cxn modelId="{861FB3BF-40B6-4D18-98CF-8B4542A2D785}" type="presParOf" srcId="{AAE27ED4-F436-4D62-95AD-8A9EBD71C133}" destId="{E4FA708B-92AC-4375-9FB2-D0671B3F8FB7}" srcOrd="1" destOrd="0" presId="urn:microsoft.com/office/officeart/2018/2/layout/IconLabelList"/>
    <dgm:cxn modelId="{B8A97B28-C08C-4D3C-94C5-7A7E05FD9662}" type="presParOf" srcId="{AAE27ED4-F436-4D62-95AD-8A9EBD71C133}" destId="{4D7E002B-F92E-4806-A54E-FBFFC516877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4B4DC5-8755-4557-8954-2B1D22EF0DF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DC96FD-FAF0-4126-9F53-435A0564263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Toolchain</a:t>
          </a:r>
          <a:br>
            <a:rPr lang="en-US" dirty="0"/>
          </a:br>
          <a:r>
            <a:rPr lang="en-US" dirty="0"/>
            <a:t>Azure DevOps</a:t>
          </a:r>
        </a:p>
        <a:p>
          <a:pPr>
            <a:lnSpc>
              <a:spcPct val="100000"/>
            </a:lnSpc>
          </a:pPr>
          <a:r>
            <a:rPr lang="en-US" dirty="0"/>
            <a:t>Git</a:t>
          </a:r>
        </a:p>
        <a:p>
          <a:pPr>
            <a:lnSpc>
              <a:spcPct val="100000"/>
            </a:lnSpc>
          </a:pPr>
          <a:r>
            <a:rPr lang="en-US" dirty="0" err="1"/>
            <a:t>PowerBI</a:t>
          </a:r>
          <a:endParaRPr lang="en-US" dirty="0"/>
        </a:p>
        <a:p>
          <a:pPr>
            <a:lnSpc>
              <a:spcPct val="100000"/>
            </a:lnSpc>
          </a:pPr>
          <a:r>
            <a:rPr lang="en-US" dirty="0"/>
            <a:t>Monitoring tools</a:t>
          </a:r>
        </a:p>
      </dgm:t>
    </dgm:pt>
    <dgm:pt modelId="{AF281C60-8FDE-45AB-85C8-0A180BCC44DA}" type="parTrans" cxnId="{C69A059C-C528-4C75-99A4-0F558E23FB98}">
      <dgm:prSet/>
      <dgm:spPr/>
      <dgm:t>
        <a:bodyPr/>
        <a:lstStyle/>
        <a:p>
          <a:endParaRPr lang="en-US"/>
        </a:p>
      </dgm:t>
    </dgm:pt>
    <dgm:pt modelId="{171F5676-1267-4A38-A581-037A8AE07C72}" type="sibTrans" cxnId="{C69A059C-C528-4C75-99A4-0F558E23FB98}">
      <dgm:prSet/>
      <dgm:spPr/>
      <dgm:t>
        <a:bodyPr/>
        <a:lstStyle/>
        <a:p>
          <a:endParaRPr lang="en-US"/>
        </a:p>
      </dgm:t>
    </dgm:pt>
    <dgm:pt modelId="{EE017686-03F4-4744-908F-A427417E7A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CI/CD Pipeline</a:t>
          </a:r>
          <a:br>
            <a:rPr lang="en-US" dirty="0"/>
          </a:br>
          <a:r>
            <a:rPr lang="en-US" dirty="0"/>
            <a:t>Build </a:t>
          </a:r>
          <a:r>
            <a:rPr lang="en-US" dirty="0">
              <a:sym typeface="Wingdings" panose="05000000000000000000" pitchFamily="2" charset="2"/>
            </a:rPr>
            <a:t> </a:t>
          </a:r>
        </a:p>
        <a:p>
          <a:pPr>
            <a:lnSpc>
              <a:spcPct val="100000"/>
            </a:lnSpc>
          </a:pPr>
          <a:r>
            <a:rPr lang="en-US" dirty="0"/>
            <a:t>Test </a:t>
          </a:r>
          <a:r>
            <a:rPr lang="en-US" dirty="0">
              <a:sym typeface="Wingdings" panose="05000000000000000000" pitchFamily="2" charset="2"/>
            </a:rPr>
            <a:t> </a:t>
          </a:r>
        </a:p>
        <a:p>
          <a:pPr>
            <a:lnSpc>
              <a:spcPct val="100000"/>
            </a:lnSpc>
          </a:pPr>
          <a:r>
            <a:rPr lang="en-US" dirty="0"/>
            <a:t>Security scan </a:t>
          </a:r>
          <a:r>
            <a:rPr lang="en-US" dirty="0">
              <a:sym typeface="Wingdings" panose="05000000000000000000" pitchFamily="2" charset="2"/>
            </a:rPr>
            <a:t></a:t>
          </a:r>
        </a:p>
        <a:p>
          <a:pPr>
            <a:lnSpc>
              <a:spcPct val="100000"/>
            </a:lnSpc>
          </a:pPr>
          <a:r>
            <a:rPr lang="en-US" dirty="0"/>
            <a:t>Deploy</a:t>
          </a:r>
        </a:p>
      </dgm:t>
    </dgm:pt>
    <dgm:pt modelId="{450AC568-AB08-49F5-8EB2-69CD7C3AB53E}" type="parTrans" cxnId="{6BDA1FA7-91EE-4244-82EE-F6DB3352FC47}">
      <dgm:prSet/>
      <dgm:spPr/>
      <dgm:t>
        <a:bodyPr/>
        <a:lstStyle/>
        <a:p>
          <a:endParaRPr lang="en-US"/>
        </a:p>
      </dgm:t>
    </dgm:pt>
    <dgm:pt modelId="{C33C1CFD-65A9-4543-9E2E-2BBBE11D4863}" type="sibTrans" cxnId="{6BDA1FA7-91EE-4244-82EE-F6DB3352FC47}">
      <dgm:prSet/>
      <dgm:spPr/>
      <dgm:t>
        <a:bodyPr/>
        <a:lstStyle/>
        <a:p>
          <a:endParaRPr lang="en-US"/>
        </a:p>
      </dgm:t>
    </dgm:pt>
    <dgm:pt modelId="{B14C2676-1A1B-42E3-88F9-4961BEACD4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Reliability &amp; Monitoring</a:t>
          </a:r>
          <a:br>
            <a:rPr lang="en-US" dirty="0"/>
          </a:br>
          <a:r>
            <a:rPr lang="en-US" dirty="0"/>
            <a:t>API monitoring Observability (Logging, Metrics, Alerts)</a:t>
          </a:r>
        </a:p>
      </dgm:t>
    </dgm:pt>
    <dgm:pt modelId="{A3BD6EB9-6377-4AD7-BBE3-D39617235C92}" type="parTrans" cxnId="{EFD36528-5C7A-4DD6-A01B-1165DAA55EBB}">
      <dgm:prSet/>
      <dgm:spPr/>
      <dgm:t>
        <a:bodyPr/>
        <a:lstStyle/>
        <a:p>
          <a:endParaRPr lang="en-US"/>
        </a:p>
      </dgm:t>
    </dgm:pt>
    <dgm:pt modelId="{91F41666-F401-4059-AFF3-62CE251047F1}" type="sibTrans" cxnId="{EFD36528-5C7A-4DD6-A01B-1165DAA55EBB}">
      <dgm:prSet/>
      <dgm:spPr/>
      <dgm:t>
        <a:bodyPr/>
        <a:lstStyle/>
        <a:p>
          <a:endParaRPr lang="en-US"/>
        </a:p>
      </dgm:t>
    </dgm:pt>
    <dgm:pt modelId="{8C7C61E8-307F-4400-901D-4A3989706B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</a:t>
          </a:r>
          <a:r>
            <a:rPr lang="en-US" b="1" dirty="0"/>
            <a:t>Test Pyramid</a:t>
          </a:r>
          <a:br>
            <a:rPr lang="en-US" dirty="0"/>
          </a:br>
          <a:r>
            <a:rPr lang="en-US" dirty="0"/>
            <a:t>70% Unit</a:t>
          </a:r>
        </a:p>
        <a:p>
          <a:pPr>
            <a:lnSpc>
              <a:spcPct val="100000"/>
            </a:lnSpc>
          </a:pPr>
          <a:r>
            <a:rPr lang="en-US" dirty="0"/>
            <a:t>20% Integration</a:t>
          </a:r>
        </a:p>
        <a:p>
          <a:pPr>
            <a:lnSpc>
              <a:spcPct val="100000"/>
            </a:lnSpc>
          </a:pPr>
          <a:r>
            <a:rPr lang="en-US" dirty="0"/>
            <a:t>10% UI</a:t>
          </a:r>
        </a:p>
      </dgm:t>
    </dgm:pt>
    <dgm:pt modelId="{CDE277B3-CA41-4189-950E-FA6489033A42}" type="parTrans" cxnId="{2E424049-55BE-4519-951B-F732F57ABBFA}">
      <dgm:prSet/>
      <dgm:spPr/>
      <dgm:t>
        <a:bodyPr/>
        <a:lstStyle/>
        <a:p>
          <a:endParaRPr lang="en-US"/>
        </a:p>
      </dgm:t>
    </dgm:pt>
    <dgm:pt modelId="{68ED9418-84D9-400A-B068-9E9BD744FF62}" type="sibTrans" cxnId="{2E424049-55BE-4519-951B-F732F57ABBFA}">
      <dgm:prSet/>
      <dgm:spPr/>
      <dgm:t>
        <a:bodyPr/>
        <a:lstStyle/>
        <a:p>
          <a:endParaRPr lang="en-US"/>
        </a:p>
      </dgm:t>
    </dgm:pt>
    <dgm:pt modelId="{1929A8AC-673F-44B8-BDC1-A44191BD7E3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Day-0 Delivery Enablement</a:t>
          </a:r>
        </a:p>
        <a:p>
          <a:pPr>
            <a:lnSpc>
              <a:spcPct val="100000"/>
            </a:lnSpc>
          </a:pPr>
          <a:r>
            <a:rPr lang="en-US" dirty="0"/>
            <a:t>Architecture baseline finalized</a:t>
          </a:r>
          <a:br>
            <a:rPr lang="en-US" dirty="0"/>
          </a:br>
          <a:r>
            <a:rPr lang="en-US" dirty="0"/>
            <a:t> Dev/QA environments &amp; CI/CD ready</a:t>
          </a:r>
          <a:br>
            <a:rPr lang="en-US" dirty="0"/>
          </a:br>
          <a:r>
            <a:rPr lang="en-US" dirty="0"/>
            <a:t>MVP backlog refined</a:t>
          </a:r>
          <a:br>
            <a:rPr lang="en-US" dirty="0"/>
          </a:br>
          <a:r>
            <a:rPr lang="en-US" dirty="0"/>
            <a:t>Integration access validated</a:t>
          </a:r>
          <a:br>
            <a:rPr lang="en-IN" dirty="0"/>
          </a:br>
          <a:endParaRPr lang="en-US" dirty="0"/>
        </a:p>
      </dgm:t>
    </dgm:pt>
    <dgm:pt modelId="{2F10AD8D-18B5-4CA5-804D-9B7D78421E7F}" type="parTrans" cxnId="{25632DED-E3C0-460F-A255-1A713EBF3E0B}">
      <dgm:prSet/>
      <dgm:spPr/>
      <dgm:t>
        <a:bodyPr/>
        <a:lstStyle/>
        <a:p>
          <a:endParaRPr lang="en-US"/>
        </a:p>
      </dgm:t>
    </dgm:pt>
    <dgm:pt modelId="{AABF074F-C9B8-4E97-B914-8CB7F942D13F}" type="sibTrans" cxnId="{25632DED-E3C0-460F-A255-1A713EBF3E0B}">
      <dgm:prSet/>
      <dgm:spPr/>
      <dgm:t>
        <a:bodyPr/>
        <a:lstStyle/>
        <a:p>
          <a:endParaRPr lang="en-US"/>
        </a:p>
      </dgm:t>
    </dgm:pt>
    <dgm:pt modelId="{26D85689-F7DF-40D4-9DC1-6C4C2844466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Generative AI Engineering </a:t>
          </a:r>
        </a:p>
        <a:p>
          <a:pPr>
            <a:lnSpc>
              <a:spcPct val="100000"/>
            </a:lnSpc>
          </a:pPr>
          <a:r>
            <a:rPr lang="en-US" dirty="0"/>
            <a:t>AI assisted code generation</a:t>
          </a:r>
        </a:p>
        <a:p>
          <a:pPr>
            <a:lnSpc>
              <a:spcPct val="100000"/>
            </a:lnSpc>
          </a:pPr>
          <a:r>
            <a:rPr lang="en-US" dirty="0"/>
            <a:t>Automated test case generation</a:t>
          </a:r>
        </a:p>
        <a:p>
          <a:pPr>
            <a:lnSpc>
              <a:spcPct val="100000"/>
            </a:lnSpc>
          </a:pPr>
          <a:r>
            <a:rPr lang="en-US" dirty="0"/>
            <a:t>Code review and defect detection</a:t>
          </a:r>
        </a:p>
        <a:p>
          <a:pPr>
            <a:lnSpc>
              <a:spcPct val="100000"/>
            </a:lnSpc>
          </a:pPr>
          <a:r>
            <a:rPr lang="en-US" dirty="0"/>
            <a:t>Documentation generation</a:t>
          </a:r>
          <a:r>
            <a:rPr lang="en-IN" dirty="0"/>
            <a:t> </a:t>
          </a:r>
          <a:endParaRPr lang="en-US" dirty="0"/>
        </a:p>
      </dgm:t>
    </dgm:pt>
    <dgm:pt modelId="{361B0B6D-FAFC-41CB-B517-5C33255CD899}" type="parTrans" cxnId="{3ABE4809-A56C-4CA7-87FF-F3A9A32498DB}">
      <dgm:prSet/>
      <dgm:spPr/>
      <dgm:t>
        <a:bodyPr/>
        <a:lstStyle/>
        <a:p>
          <a:endParaRPr lang="en-US"/>
        </a:p>
      </dgm:t>
    </dgm:pt>
    <dgm:pt modelId="{38ED6372-36D8-41AC-BE56-21A0FCB44382}" type="sibTrans" cxnId="{3ABE4809-A56C-4CA7-87FF-F3A9A32498DB}">
      <dgm:prSet/>
      <dgm:spPr/>
      <dgm:t>
        <a:bodyPr/>
        <a:lstStyle/>
        <a:p>
          <a:endParaRPr lang="en-US"/>
        </a:p>
      </dgm:t>
    </dgm:pt>
    <dgm:pt modelId="{E61C8597-1299-4738-9661-E122AF1FF1CB}" type="pres">
      <dgm:prSet presAssocID="{314B4DC5-8755-4557-8954-2B1D22EF0DF7}" presName="root" presStyleCnt="0">
        <dgm:presLayoutVars>
          <dgm:dir/>
          <dgm:resizeHandles val="exact"/>
        </dgm:presLayoutVars>
      </dgm:prSet>
      <dgm:spPr/>
    </dgm:pt>
    <dgm:pt modelId="{22D6D90F-1EA5-4743-B5E3-EB7DA9860921}" type="pres">
      <dgm:prSet presAssocID="{1929A8AC-673F-44B8-BDC1-A44191BD7E3F}" presName="compNode" presStyleCnt="0"/>
      <dgm:spPr/>
    </dgm:pt>
    <dgm:pt modelId="{BBA83CDE-576C-4D4E-A7E0-BDA29780F9DC}" type="pres">
      <dgm:prSet presAssocID="{1929A8AC-673F-44B8-BDC1-A44191BD7E3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tinuous Improvement with solid fill"/>
        </a:ext>
      </dgm:extLst>
    </dgm:pt>
    <dgm:pt modelId="{1D2A3B16-D552-41AF-AAA6-98F998464030}" type="pres">
      <dgm:prSet presAssocID="{1929A8AC-673F-44B8-BDC1-A44191BD7E3F}" presName="spaceRect" presStyleCnt="0"/>
      <dgm:spPr/>
    </dgm:pt>
    <dgm:pt modelId="{61690042-8D45-4DAD-A776-A66E8D5319B5}" type="pres">
      <dgm:prSet presAssocID="{1929A8AC-673F-44B8-BDC1-A44191BD7E3F}" presName="textRect" presStyleLbl="revTx" presStyleIdx="0" presStyleCnt="6">
        <dgm:presLayoutVars>
          <dgm:chMax val="1"/>
          <dgm:chPref val="1"/>
        </dgm:presLayoutVars>
      </dgm:prSet>
      <dgm:spPr/>
    </dgm:pt>
    <dgm:pt modelId="{66AF808C-BC24-4A2E-85EB-6DABFC8295ED}" type="pres">
      <dgm:prSet presAssocID="{AABF074F-C9B8-4E97-B914-8CB7F942D13F}" presName="sibTrans" presStyleCnt="0"/>
      <dgm:spPr/>
    </dgm:pt>
    <dgm:pt modelId="{617911C8-621F-4C72-8151-3A41ACC2CB66}" type="pres">
      <dgm:prSet presAssocID="{DDDC96FD-FAF0-4126-9F53-435A05642637}" presName="compNode" presStyleCnt="0"/>
      <dgm:spPr/>
    </dgm:pt>
    <dgm:pt modelId="{F1B957E7-80EE-443C-8919-18E4C7857742}" type="pres">
      <dgm:prSet presAssocID="{DDDC96FD-FAF0-4126-9F53-435A0564263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8A6F91B-0FEC-413F-B5AD-8149F455B910}" type="pres">
      <dgm:prSet presAssocID="{DDDC96FD-FAF0-4126-9F53-435A05642637}" presName="spaceRect" presStyleCnt="0"/>
      <dgm:spPr/>
    </dgm:pt>
    <dgm:pt modelId="{7F411AAB-1CE3-41E4-A9CD-093D194EAD5C}" type="pres">
      <dgm:prSet presAssocID="{DDDC96FD-FAF0-4126-9F53-435A05642637}" presName="textRect" presStyleLbl="revTx" presStyleIdx="1" presStyleCnt="6">
        <dgm:presLayoutVars>
          <dgm:chMax val="1"/>
          <dgm:chPref val="1"/>
        </dgm:presLayoutVars>
      </dgm:prSet>
      <dgm:spPr/>
    </dgm:pt>
    <dgm:pt modelId="{0915EAC9-6C8F-4A16-9E2D-759DC913F02A}" type="pres">
      <dgm:prSet presAssocID="{171F5676-1267-4A38-A581-037A8AE07C72}" presName="sibTrans" presStyleCnt="0"/>
      <dgm:spPr/>
    </dgm:pt>
    <dgm:pt modelId="{617FCD8F-5DEC-4CFD-A0F2-C2FAD4DE439D}" type="pres">
      <dgm:prSet presAssocID="{26D85689-F7DF-40D4-9DC1-6C4C28444662}" presName="compNode" presStyleCnt="0"/>
      <dgm:spPr/>
    </dgm:pt>
    <dgm:pt modelId="{58DC037D-92FE-4216-BEBD-E771442AC112}" type="pres">
      <dgm:prSet presAssocID="{26D85689-F7DF-40D4-9DC1-6C4C2844466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 with solid fill"/>
        </a:ext>
      </dgm:extLst>
    </dgm:pt>
    <dgm:pt modelId="{9E8A929A-055D-4BD0-8F5B-2A4EF3A7A2E8}" type="pres">
      <dgm:prSet presAssocID="{26D85689-F7DF-40D4-9DC1-6C4C28444662}" presName="spaceRect" presStyleCnt="0"/>
      <dgm:spPr/>
    </dgm:pt>
    <dgm:pt modelId="{31656101-9443-4ADF-98D7-E209767D708F}" type="pres">
      <dgm:prSet presAssocID="{26D85689-F7DF-40D4-9DC1-6C4C28444662}" presName="textRect" presStyleLbl="revTx" presStyleIdx="2" presStyleCnt="6">
        <dgm:presLayoutVars>
          <dgm:chMax val="1"/>
          <dgm:chPref val="1"/>
        </dgm:presLayoutVars>
      </dgm:prSet>
      <dgm:spPr/>
    </dgm:pt>
    <dgm:pt modelId="{C296D750-33CB-4795-981C-09DDE685A8A1}" type="pres">
      <dgm:prSet presAssocID="{38ED6372-36D8-41AC-BE56-21A0FCB44382}" presName="sibTrans" presStyleCnt="0"/>
      <dgm:spPr/>
    </dgm:pt>
    <dgm:pt modelId="{6D0563FE-C9B5-4A37-AC0A-B48D9E1E78FC}" type="pres">
      <dgm:prSet presAssocID="{EE017686-03F4-4744-908F-A427417E7A62}" presName="compNode" presStyleCnt="0"/>
      <dgm:spPr/>
    </dgm:pt>
    <dgm:pt modelId="{A2DB0D88-032A-4A44-885F-59B7B16433A7}" type="pres">
      <dgm:prSet presAssocID="{EE017686-03F4-4744-908F-A427417E7A6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71ECF43-7739-461C-879B-CA0397C9FE35}" type="pres">
      <dgm:prSet presAssocID="{EE017686-03F4-4744-908F-A427417E7A62}" presName="spaceRect" presStyleCnt="0"/>
      <dgm:spPr/>
    </dgm:pt>
    <dgm:pt modelId="{B6C3B280-27F2-4058-B0FF-7B25934D7DDB}" type="pres">
      <dgm:prSet presAssocID="{EE017686-03F4-4744-908F-A427417E7A62}" presName="textRect" presStyleLbl="revTx" presStyleIdx="3" presStyleCnt="6">
        <dgm:presLayoutVars>
          <dgm:chMax val="1"/>
          <dgm:chPref val="1"/>
        </dgm:presLayoutVars>
      </dgm:prSet>
      <dgm:spPr/>
    </dgm:pt>
    <dgm:pt modelId="{56106DBD-1BBC-4311-93A6-A4B9CD677982}" type="pres">
      <dgm:prSet presAssocID="{C33C1CFD-65A9-4543-9E2E-2BBBE11D4863}" presName="sibTrans" presStyleCnt="0"/>
      <dgm:spPr/>
    </dgm:pt>
    <dgm:pt modelId="{E3F4FDD1-B427-4BD0-8BFD-B1FDEEAEBEEF}" type="pres">
      <dgm:prSet presAssocID="{B14C2676-1A1B-42E3-88F9-4961BEACD494}" presName="compNode" presStyleCnt="0"/>
      <dgm:spPr/>
    </dgm:pt>
    <dgm:pt modelId="{0BFC3E76-0688-4A79-B17A-01C8D23E1422}" type="pres">
      <dgm:prSet presAssocID="{B14C2676-1A1B-42E3-88F9-4961BEACD49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2A65F3A6-A60A-44E3-BF13-FB6A40CA9407}" type="pres">
      <dgm:prSet presAssocID="{B14C2676-1A1B-42E3-88F9-4961BEACD494}" presName="spaceRect" presStyleCnt="0"/>
      <dgm:spPr/>
    </dgm:pt>
    <dgm:pt modelId="{79377020-D26C-4D0D-AFBE-BF82DC799ED9}" type="pres">
      <dgm:prSet presAssocID="{B14C2676-1A1B-42E3-88F9-4961BEACD494}" presName="textRect" presStyleLbl="revTx" presStyleIdx="4" presStyleCnt="6">
        <dgm:presLayoutVars>
          <dgm:chMax val="1"/>
          <dgm:chPref val="1"/>
        </dgm:presLayoutVars>
      </dgm:prSet>
      <dgm:spPr/>
    </dgm:pt>
    <dgm:pt modelId="{0F83169B-90B0-442A-B2EC-B00DDE6AF3B5}" type="pres">
      <dgm:prSet presAssocID="{91F41666-F401-4059-AFF3-62CE251047F1}" presName="sibTrans" presStyleCnt="0"/>
      <dgm:spPr/>
    </dgm:pt>
    <dgm:pt modelId="{030C6D92-8474-45EC-B492-C83E54C6ED88}" type="pres">
      <dgm:prSet presAssocID="{8C7C61E8-307F-4400-901D-4A3989706B83}" presName="compNode" presStyleCnt="0"/>
      <dgm:spPr/>
    </dgm:pt>
    <dgm:pt modelId="{FE244D0D-3030-440E-BB89-6E9A0696B905}" type="pres">
      <dgm:prSet presAssocID="{8C7C61E8-307F-4400-901D-4A3989706B8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8A518BC3-7BED-44E9-BD52-08E5A3B8DD73}" type="pres">
      <dgm:prSet presAssocID="{8C7C61E8-307F-4400-901D-4A3989706B83}" presName="spaceRect" presStyleCnt="0"/>
      <dgm:spPr/>
    </dgm:pt>
    <dgm:pt modelId="{64FEF46F-5F62-4396-AD4F-B20F3EBB8BAC}" type="pres">
      <dgm:prSet presAssocID="{8C7C61E8-307F-4400-901D-4A3989706B8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ABE4809-A56C-4CA7-87FF-F3A9A32498DB}" srcId="{314B4DC5-8755-4557-8954-2B1D22EF0DF7}" destId="{26D85689-F7DF-40D4-9DC1-6C4C28444662}" srcOrd="2" destOrd="0" parTransId="{361B0B6D-FAFC-41CB-B517-5C33255CD899}" sibTransId="{38ED6372-36D8-41AC-BE56-21A0FCB44382}"/>
    <dgm:cxn modelId="{114B4D10-660B-4AA1-BD58-EF6069524C0B}" type="presOf" srcId="{1929A8AC-673F-44B8-BDC1-A44191BD7E3F}" destId="{61690042-8D45-4DAD-A776-A66E8D5319B5}" srcOrd="0" destOrd="0" presId="urn:microsoft.com/office/officeart/2018/2/layout/IconLabelList"/>
    <dgm:cxn modelId="{EFD36528-5C7A-4DD6-A01B-1165DAA55EBB}" srcId="{314B4DC5-8755-4557-8954-2B1D22EF0DF7}" destId="{B14C2676-1A1B-42E3-88F9-4961BEACD494}" srcOrd="4" destOrd="0" parTransId="{A3BD6EB9-6377-4AD7-BBE3-D39617235C92}" sibTransId="{91F41666-F401-4059-AFF3-62CE251047F1}"/>
    <dgm:cxn modelId="{E9481831-EAD7-46BF-924E-AEBB3FF4A67D}" type="presOf" srcId="{26D85689-F7DF-40D4-9DC1-6C4C28444662}" destId="{31656101-9443-4ADF-98D7-E209767D708F}" srcOrd="0" destOrd="0" presId="urn:microsoft.com/office/officeart/2018/2/layout/IconLabelList"/>
    <dgm:cxn modelId="{43344B65-9D35-4495-B70F-C3137CDE07EE}" type="presOf" srcId="{DDDC96FD-FAF0-4126-9F53-435A05642637}" destId="{7F411AAB-1CE3-41E4-A9CD-093D194EAD5C}" srcOrd="0" destOrd="0" presId="urn:microsoft.com/office/officeart/2018/2/layout/IconLabelList"/>
    <dgm:cxn modelId="{2E424049-55BE-4519-951B-F732F57ABBFA}" srcId="{314B4DC5-8755-4557-8954-2B1D22EF0DF7}" destId="{8C7C61E8-307F-4400-901D-4A3989706B83}" srcOrd="5" destOrd="0" parTransId="{CDE277B3-CA41-4189-950E-FA6489033A42}" sibTransId="{68ED9418-84D9-400A-B068-9E9BD744FF62}"/>
    <dgm:cxn modelId="{EDE8EA89-2777-4473-97F1-1F745E8C3A5B}" type="presOf" srcId="{8C7C61E8-307F-4400-901D-4A3989706B83}" destId="{64FEF46F-5F62-4396-AD4F-B20F3EBB8BAC}" srcOrd="0" destOrd="0" presId="urn:microsoft.com/office/officeart/2018/2/layout/IconLabelList"/>
    <dgm:cxn modelId="{C69A059C-C528-4C75-99A4-0F558E23FB98}" srcId="{314B4DC5-8755-4557-8954-2B1D22EF0DF7}" destId="{DDDC96FD-FAF0-4126-9F53-435A05642637}" srcOrd="1" destOrd="0" parTransId="{AF281C60-8FDE-45AB-85C8-0A180BCC44DA}" sibTransId="{171F5676-1267-4A38-A581-037A8AE07C72}"/>
    <dgm:cxn modelId="{6BDA1FA7-91EE-4244-82EE-F6DB3352FC47}" srcId="{314B4DC5-8755-4557-8954-2B1D22EF0DF7}" destId="{EE017686-03F4-4744-908F-A427417E7A62}" srcOrd="3" destOrd="0" parTransId="{450AC568-AB08-49F5-8EB2-69CD7C3AB53E}" sibTransId="{C33C1CFD-65A9-4543-9E2E-2BBBE11D4863}"/>
    <dgm:cxn modelId="{D5B878AD-DC8D-4466-BCDC-68F8B87E6898}" type="presOf" srcId="{EE017686-03F4-4744-908F-A427417E7A62}" destId="{B6C3B280-27F2-4058-B0FF-7B25934D7DDB}" srcOrd="0" destOrd="0" presId="urn:microsoft.com/office/officeart/2018/2/layout/IconLabelList"/>
    <dgm:cxn modelId="{7F9D6BE2-3907-4669-B17E-5B3C06D0AAEF}" type="presOf" srcId="{B14C2676-1A1B-42E3-88F9-4961BEACD494}" destId="{79377020-D26C-4D0D-AFBE-BF82DC799ED9}" srcOrd="0" destOrd="0" presId="urn:microsoft.com/office/officeart/2018/2/layout/IconLabelList"/>
    <dgm:cxn modelId="{90B29EE9-2EB4-4809-AA47-6D8E8D6B6E85}" type="presOf" srcId="{314B4DC5-8755-4557-8954-2B1D22EF0DF7}" destId="{E61C8597-1299-4738-9661-E122AF1FF1CB}" srcOrd="0" destOrd="0" presId="urn:microsoft.com/office/officeart/2018/2/layout/IconLabelList"/>
    <dgm:cxn modelId="{25632DED-E3C0-460F-A255-1A713EBF3E0B}" srcId="{314B4DC5-8755-4557-8954-2B1D22EF0DF7}" destId="{1929A8AC-673F-44B8-BDC1-A44191BD7E3F}" srcOrd="0" destOrd="0" parTransId="{2F10AD8D-18B5-4CA5-804D-9B7D78421E7F}" sibTransId="{AABF074F-C9B8-4E97-B914-8CB7F942D13F}"/>
    <dgm:cxn modelId="{DDB6E020-2519-452C-AB12-4DA5B6548A54}" type="presParOf" srcId="{E61C8597-1299-4738-9661-E122AF1FF1CB}" destId="{22D6D90F-1EA5-4743-B5E3-EB7DA9860921}" srcOrd="0" destOrd="0" presId="urn:microsoft.com/office/officeart/2018/2/layout/IconLabelList"/>
    <dgm:cxn modelId="{393A14FE-1190-4ABE-BED0-78C46F48E011}" type="presParOf" srcId="{22D6D90F-1EA5-4743-B5E3-EB7DA9860921}" destId="{BBA83CDE-576C-4D4E-A7E0-BDA29780F9DC}" srcOrd="0" destOrd="0" presId="urn:microsoft.com/office/officeart/2018/2/layout/IconLabelList"/>
    <dgm:cxn modelId="{DF5BF72C-2C04-4B74-8BE6-297A0F3879C3}" type="presParOf" srcId="{22D6D90F-1EA5-4743-B5E3-EB7DA9860921}" destId="{1D2A3B16-D552-41AF-AAA6-98F998464030}" srcOrd="1" destOrd="0" presId="urn:microsoft.com/office/officeart/2018/2/layout/IconLabelList"/>
    <dgm:cxn modelId="{3DF0593B-3C2D-4703-8BD3-0361388F6253}" type="presParOf" srcId="{22D6D90F-1EA5-4743-B5E3-EB7DA9860921}" destId="{61690042-8D45-4DAD-A776-A66E8D5319B5}" srcOrd="2" destOrd="0" presId="urn:microsoft.com/office/officeart/2018/2/layout/IconLabelList"/>
    <dgm:cxn modelId="{2E9CECB7-A284-413A-8A7D-E694431CD2A3}" type="presParOf" srcId="{E61C8597-1299-4738-9661-E122AF1FF1CB}" destId="{66AF808C-BC24-4A2E-85EB-6DABFC8295ED}" srcOrd="1" destOrd="0" presId="urn:microsoft.com/office/officeart/2018/2/layout/IconLabelList"/>
    <dgm:cxn modelId="{81002C02-29A0-48CE-AF4F-8648A986EFA6}" type="presParOf" srcId="{E61C8597-1299-4738-9661-E122AF1FF1CB}" destId="{617911C8-621F-4C72-8151-3A41ACC2CB66}" srcOrd="2" destOrd="0" presId="urn:microsoft.com/office/officeart/2018/2/layout/IconLabelList"/>
    <dgm:cxn modelId="{728739F5-4C41-4555-AD02-9D6BADADF33B}" type="presParOf" srcId="{617911C8-621F-4C72-8151-3A41ACC2CB66}" destId="{F1B957E7-80EE-443C-8919-18E4C7857742}" srcOrd="0" destOrd="0" presId="urn:microsoft.com/office/officeart/2018/2/layout/IconLabelList"/>
    <dgm:cxn modelId="{B2B0B142-1E7E-4357-8416-F7EDA2B56638}" type="presParOf" srcId="{617911C8-621F-4C72-8151-3A41ACC2CB66}" destId="{D8A6F91B-0FEC-413F-B5AD-8149F455B910}" srcOrd="1" destOrd="0" presId="urn:microsoft.com/office/officeart/2018/2/layout/IconLabelList"/>
    <dgm:cxn modelId="{D8C7AB97-437A-4FBA-8F0C-52E4DE213B83}" type="presParOf" srcId="{617911C8-621F-4C72-8151-3A41ACC2CB66}" destId="{7F411AAB-1CE3-41E4-A9CD-093D194EAD5C}" srcOrd="2" destOrd="0" presId="urn:microsoft.com/office/officeart/2018/2/layout/IconLabelList"/>
    <dgm:cxn modelId="{073F8243-1A49-4453-AD70-01CEF5EE46E8}" type="presParOf" srcId="{E61C8597-1299-4738-9661-E122AF1FF1CB}" destId="{0915EAC9-6C8F-4A16-9E2D-759DC913F02A}" srcOrd="3" destOrd="0" presId="urn:microsoft.com/office/officeart/2018/2/layout/IconLabelList"/>
    <dgm:cxn modelId="{A87DFFF4-B732-41CA-A703-2FD536FC6637}" type="presParOf" srcId="{E61C8597-1299-4738-9661-E122AF1FF1CB}" destId="{617FCD8F-5DEC-4CFD-A0F2-C2FAD4DE439D}" srcOrd="4" destOrd="0" presId="urn:microsoft.com/office/officeart/2018/2/layout/IconLabelList"/>
    <dgm:cxn modelId="{844CD646-5A38-4858-B5BA-47E14D476BA7}" type="presParOf" srcId="{617FCD8F-5DEC-4CFD-A0F2-C2FAD4DE439D}" destId="{58DC037D-92FE-4216-BEBD-E771442AC112}" srcOrd="0" destOrd="0" presId="urn:microsoft.com/office/officeart/2018/2/layout/IconLabelList"/>
    <dgm:cxn modelId="{01E402B2-CEC2-4FEF-B1D2-91A565F5D5C4}" type="presParOf" srcId="{617FCD8F-5DEC-4CFD-A0F2-C2FAD4DE439D}" destId="{9E8A929A-055D-4BD0-8F5B-2A4EF3A7A2E8}" srcOrd="1" destOrd="0" presId="urn:microsoft.com/office/officeart/2018/2/layout/IconLabelList"/>
    <dgm:cxn modelId="{87BFA012-8E26-4EE3-BC5D-C4E5B5921855}" type="presParOf" srcId="{617FCD8F-5DEC-4CFD-A0F2-C2FAD4DE439D}" destId="{31656101-9443-4ADF-98D7-E209767D708F}" srcOrd="2" destOrd="0" presId="urn:microsoft.com/office/officeart/2018/2/layout/IconLabelList"/>
    <dgm:cxn modelId="{3E62DB52-147D-47D2-9901-FF79ECB9D635}" type="presParOf" srcId="{E61C8597-1299-4738-9661-E122AF1FF1CB}" destId="{C296D750-33CB-4795-981C-09DDE685A8A1}" srcOrd="5" destOrd="0" presId="urn:microsoft.com/office/officeart/2018/2/layout/IconLabelList"/>
    <dgm:cxn modelId="{BABFD5BE-4F71-47B8-9B3E-755132ED34C0}" type="presParOf" srcId="{E61C8597-1299-4738-9661-E122AF1FF1CB}" destId="{6D0563FE-C9B5-4A37-AC0A-B48D9E1E78FC}" srcOrd="6" destOrd="0" presId="urn:microsoft.com/office/officeart/2018/2/layout/IconLabelList"/>
    <dgm:cxn modelId="{24ABB694-2379-4302-AB0E-DBE6063CC7B2}" type="presParOf" srcId="{6D0563FE-C9B5-4A37-AC0A-B48D9E1E78FC}" destId="{A2DB0D88-032A-4A44-885F-59B7B16433A7}" srcOrd="0" destOrd="0" presId="urn:microsoft.com/office/officeart/2018/2/layout/IconLabelList"/>
    <dgm:cxn modelId="{6A58DCD4-F02F-4BFE-9BC6-8D122546EDAF}" type="presParOf" srcId="{6D0563FE-C9B5-4A37-AC0A-B48D9E1E78FC}" destId="{771ECF43-7739-461C-879B-CA0397C9FE35}" srcOrd="1" destOrd="0" presId="urn:microsoft.com/office/officeart/2018/2/layout/IconLabelList"/>
    <dgm:cxn modelId="{5985D07C-8995-4B3A-954D-61A6D148B13F}" type="presParOf" srcId="{6D0563FE-C9B5-4A37-AC0A-B48D9E1E78FC}" destId="{B6C3B280-27F2-4058-B0FF-7B25934D7DDB}" srcOrd="2" destOrd="0" presId="urn:microsoft.com/office/officeart/2018/2/layout/IconLabelList"/>
    <dgm:cxn modelId="{6C99C0CB-1D2D-44B9-8866-8A0D43547376}" type="presParOf" srcId="{E61C8597-1299-4738-9661-E122AF1FF1CB}" destId="{56106DBD-1BBC-4311-93A6-A4B9CD677982}" srcOrd="7" destOrd="0" presId="urn:microsoft.com/office/officeart/2018/2/layout/IconLabelList"/>
    <dgm:cxn modelId="{7889FD47-4DAF-4EDE-BCC1-7B5B6C5E11A4}" type="presParOf" srcId="{E61C8597-1299-4738-9661-E122AF1FF1CB}" destId="{E3F4FDD1-B427-4BD0-8BFD-B1FDEEAEBEEF}" srcOrd="8" destOrd="0" presId="urn:microsoft.com/office/officeart/2018/2/layout/IconLabelList"/>
    <dgm:cxn modelId="{668D02BF-9360-440B-AA65-987A38A9A10D}" type="presParOf" srcId="{E3F4FDD1-B427-4BD0-8BFD-B1FDEEAEBEEF}" destId="{0BFC3E76-0688-4A79-B17A-01C8D23E1422}" srcOrd="0" destOrd="0" presId="urn:microsoft.com/office/officeart/2018/2/layout/IconLabelList"/>
    <dgm:cxn modelId="{17203919-7778-4A32-87BB-A4DFD779F82F}" type="presParOf" srcId="{E3F4FDD1-B427-4BD0-8BFD-B1FDEEAEBEEF}" destId="{2A65F3A6-A60A-44E3-BF13-FB6A40CA9407}" srcOrd="1" destOrd="0" presId="urn:microsoft.com/office/officeart/2018/2/layout/IconLabelList"/>
    <dgm:cxn modelId="{6BFDC5C1-92F0-461A-9B14-E27A5968F10B}" type="presParOf" srcId="{E3F4FDD1-B427-4BD0-8BFD-B1FDEEAEBEEF}" destId="{79377020-D26C-4D0D-AFBE-BF82DC799ED9}" srcOrd="2" destOrd="0" presId="urn:microsoft.com/office/officeart/2018/2/layout/IconLabelList"/>
    <dgm:cxn modelId="{A9A2347C-0E52-4DF5-873C-790BB13E17DA}" type="presParOf" srcId="{E61C8597-1299-4738-9661-E122AF1FF1CB}" destId="{0F83169B-90B0-442A-B2EC-B00DDE6AF3B5}" srcOrd="9" destOrd="0" presId="urn:microsoft.com/office/officeart/2018/2/layout/IconLabelList"/>
    <dgm:cxn modelId="{D43F11B6-2A3C-45BB-B724-99E4E3F3D4DD}" type="presParOf" srcId="{E61C8597-1299-4738-9661-E122AF1FF1CB}" destId="{030C6D92-8474-45EC-B492-C83E54C6ED88}" srcOrd="10" destOrd="0" presId="urn:microsoft.com/office/officeart/2018/2/layout/IconLabelList"/>
    <dgm:cxn modelId="{E777AF0C-75CC-44F8-ABA9-35F1821E0FFA}" type="presParOf" srcId="{030C6D92-8474-45EC-B492-C83E54C6ED88}" destId="{FE244D0D-3030-440E-BB89-6E9A0696B905}" srcOrd="0" destOrd="0" presId="urn:microsoft.com/office/officeart/2018/2/layout/IconLabelList"/>
    <dgm:cxn modelId="{E0C0F474-BD08-4C3A-8227-7A0669782D12}" type="presParOf" srcId="{030C6D92-8474-45EC-B492-C83E54C6ED88}" destId="{8A518BC3-7BED-44E9-BD52-08E5A3B8DD73}" srcOrd="1" destOrd="0" presId="urn:microsoft.com/office/officeart/2018/2/layout/IconLabelList"/>
    <dgm:cxn modelId="{635CE0F5-75E4-4DA1-8A50-A5054BF8A26E}" type="presParOf" srcId="{030C6D92-8474-45EC-B492-C83E54C6ED88}" destId="{64FEF46F-5F62-4396-AD4F-B20F3EBB8BA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51AFE5-66E6-48E3-A645-7CF24C66D1FC}" type="doc">
      <dgm:prSet loTypeId="urn:microsoft.com/office/officeart/2008/layout/Lined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087318-B835-46C4-9EF8-EF2366A9E589}">
      <dgm:prSet custT="1"/>
      <dgm:spPr/>
      <dgm:t>
        <a:bodyPr/>
        <a:lstStyle/>
        <a:p>
          <a:pPr algn="l"/>
          <a:r>
            <a:rPr lang="en-US" sz="1200" b="1" dirty="0"/>
            <a:t>Managed Services (Fixed Capacity / Price)</a:t>
          </a:r>
          <a:endParaRPr lang="en-US" sz="1200" dirty="0"/>
        </a:p>
      </dgm:t>
    </dgm:pt>
    <dgm:pt modelId="{0DDEC83E-1B2B-4D3C-A43A-A069057BE9E1}" type="parTrans" cxnId="{0318B4B5-0F46-4D2F-86FC-3E4B956E5A26}">
      <dgm:prSet/>
      <dgm:spPr/>
      <dgm:t>
        <a:bodyPr/>
        <a:lstStyle/>
        <a:p>
          <a:pPr algn="l"/>
          <a:endParaRPr lang="en-US" sz="1200"/>
        </a:p>
      </dgm:t>
    </dgm:pt>
    <dgm:pt modelId="{DBD194A1-AD73-4E28-BFD1-66294864D012}" type="sibTrans" cxnId="{0318B4B5-0F46-4D2F-86FC-3E4B956E5A26}">
      <dgm:prSet/>
      <dgm:spPr/>
      <dgm:t>
        <a:bodyPr/>
        <a:lstStyle/>
        <a:p>
          <a:pPr algn="l"/>
          <a:endParaRPr lang="en-US" sz="1200"/>
        </a:p>
      </dgm:t>
    </dgm:pt>
    <dgm:pt modelId="{87A5752C-C9CC-4304-9C56-3668A7CAB01B}">
      <dgm:prSet custT="1"/>
      <dgm:spPr/>
      <dgm:t>
        <a:bodyPr/>
        <a:lstStyle/>
        <a:p>
          <a:pPr algn="l"/>
          <a:r>
            <a:rPr lang="en-US" sz="1200" dirty="0"/>
            <a:t>Engagement Value: ~$1.2-1.35m</a:t>
          </a:r>
        </a:p>
      </dgm:t>
    </dgm:pt>
    <dgm:pt modelId="{C42B0A41-F8E2-41A1-B254-54D5C67F4D58}" type="parTrans" cxnId="{124B9D97-F551-4EDF-BC86-DFB8F1672ADE}">
      <dgm:prSet/>
      <dgm:spPr/>
      <dgm:t>
        <a:bodyPr/>
        <a:lstStyle/>
        <a:p>
          <a:pPr algn="l"/>
          <a:endParaRPr lang="en-US" sz="1200"/>
        </a:p>
      </dgm:t>
    </dgm:pt>
    <dgm:pt modelId="{24CA2531-ADB4-413E-881C-60C296238F99}" type="sibTrans" cxnId="{124B9D97-F551-4EDF-BC86-DFB8F1672ADE}">
      <dgm:prSet/>
      <dgm:spPr/>
      <dgm:t>
        <a:bodyPr/>
        <a:lstStyle/>
        <a:p>
          <a:pPr algn="l"/>
          <a:endParaRPr lang="en-US" sz="1200"/>
        </a:p>
      </dgm:t>
    </dgm:pt>
    <dgm:pt modelId="{38B02734-4723-421B-92B1-D1F47054A114}">
      <dgm:prSet custT="1"/>
      <dgm:spPr/>
      <dgm:t>
        <a:bodyPr/>
        <a:lstStyle/>
        <a:p>
          <a:pPr algn="l"/>
          <a:r>
            <a:rPr lang="en-US" sz="1200" dirty="0"/>
            <a:t>Target Margin: ~40–45%</a:t>
          </a:r>
        </a:p>
      </dgm:t>
    </dgm:pt>
    <dgm:pt modelId="{3A0FF4BF-5938-41F4-967D-E9D5C3CEAFED}" type="parTrans" cxnId="{EEF72C8E-B21E-49D8-B1E0-FC0BC1A76ED9}">
      <dgm:prSet/>
      <dgm:spPr/>
      <dgm:t>
        <a:bodyPr/>
        <a:lstStyle/>
        <a:p>
          <a:pPr algn="l"/>
          <a:endParaRPr lang="en-US" sz="1200"/>
        </a:p>
      </dgm:t>
    </dgm:pt>
    <dgm:pt modelId="{15837A62-C002-447E-A2D2-884744141C1A}" type="sibTrans" cxnId="{EEF72C8E-B21E-49D8-B1E0-FC0BC1A76ED9}">
      <dgm:prSet/>
      <dgm:spPr/>
      <dgm:t>
        <a:bodyPr/>
        <a:lstStyle/>
        <a:p>
          <a:pPr algn="l"/>
          <a:endParaRPr lang="en-US" sz="1200"/>
        </a:p>
      </dgm:t>
    </dgm:pt>
    <dgm:pt modelId="{C2CAE70D-96D0-42C7-99C0-462EAB09FA1A}">
      <dgm:prSet custT="1"/>
      <dgm:spPr/>
      <dgm:t>
        <a:bodyPr/>
        <a:lstStyle/>
        <a:p>
          <a:pPr algn="l"/>
          <a:r>
            <a:rPr lang="en-US" sz="1200" dirty="0"/>
            <a:t>Program Duration: ~6 months</a:t>
          </a:r>
        </a:p>
      </dgm:t>
    </dgm:pt>
    <dgm:pt modelId="{880F4C1D-E2D0-41A0-A1FC-BE25E00CDCCA}" type="parTrans" cxnId="{4F3CA096-197A-4FFF-905B-0600B3C1E58E}">
      <dgm:prSet/>
      <dgm:spPr/>
      <dgm:t>
        <a:bodyPr/>
        <a:lstStyle/>
        <a:p>
          <a:pPr algn="l"/>
          <a:endParaRPr lang="en-US" sz="1200"/>
        </a:p>
      </dgm:t>
    </dgm:pt>
    <dgm:pt modelId="{1B3B9BFA-DBF8-45CD-AD0A-DD626D7186EB}" type="sibTrans" cxnId="{4F3CA096-197A-4FFF-905B-0600B3C1E58E}">
      <dgm:prSet/>
      <dgm:spPr/>
      <dgm:t>
        <a:bodyPr/>
        <a:lstStyle/>
        <a:p>
          <a:pPr algn="l"/>
          <a:endParaRPr lang="en-US" sz="1200"/>
        </a:p>
      </dgm:t>
    </dgm:pt>
    <dgm:pt modelId="{8623E8F3-1822-4CA1-909B-6537FCA30310}">
      <dgm:prSet custT="1"/>
      <dgm:spPr/>
      <dgm:t>
        <a:bodyPr/>
        <a:lstStyle/>
        <a:p>
          <a:pPr algn="l"/>
          <a:r>
            <a:rPr lang="en-US" sz="1200" dirty="0"/>
            <a:t>Team Size: 25–30 engineers</a:t>
          </a:r>
        </a:p>
      </dgm:t>
    </dgm:pt>
    <dgm:pt modelId="{D723143C-F5AE-4EF1-912A-06B98D2D093E}" type="parTrans" cxnId="{7991A0FE-CCC9-4A38-B83B-A8B0BDFCD8E8}">
      <dgm:prSet/>
      <dgm:spPr/>
      <dgm:t>
        <a:bodyPr/>
        <a:lstStyle/>
        <a:p>
          <a:pPr algn="l"/>
          <a:endParaRPr lang="en-US" sz="1200"/>
        </a:p>
      </dgm:t>
    </dgm:pt>
    <dgm:pt modelId="{F058A540-A978-4F92-82BD-7FAE006C7C9E}" type="sibTrans" cxnId="{7991A0FE-CCC9-4A38-B83B-A8B0BDFCD8E8}">
      <dgm:prSet/>
      <dgm:spPr/>
      <dgm:t>
        <a:bodyPr/>
        <a:lstStyle/>
        <a:p>
          <a:pPr algn="l"/>
          <a:endParaRPr lang="en-US" sz="1200"/>
        </a:p>
      </dgm:t>
    </dgm:pt>
    <dgm:pt modelId="{AFD5A1D1-7CD8-469F-B2D3-4D2754F89B16}">
      <dgm:prSet custT="1"/>
      <dgm:spPr/>
      <dgm:t>
        <a:bodyPr/>
        <a:lstStyle/>
        <a:p>
          <a:pPr algn="l"/>
          <a:r>
            <a:rPr lang="en-US" sz="1200" dirty="0"/>
            <a:t>Sprint Throughput: 150–170 SP / sprint</a:t>
          </a:r>
        </a:p>
      </dgm:t>
    </dgm:pt>
    <dgm:pt modelId="{3A764AA6-5B32-4FF1-ABC0-FD95AED2DB46}" type="parTrans" cxnId="{0E56F6BB-C938-4F38-80FB-AF00AE07138D}">
      <dgm:prSet/>
      <dgm:spPr/>
      <dgm:t>
        <a:bodyPr/>
        <a:lstStyle/>
        <a:p>
          <a:pPr algn="l"/>
          <a:endParaRPr lang="en-US" sz="1200"/>
        </a:p>
      </dgm:t>
    </dgm:pt>
    <dgm:pt modelId="{C6D18658-0D6C-455D-AF09-C99EB117931A}" type="sibTrans" cxnId="{0E56F6BB-C938-4F38-80FB-AF00AE07138D}">
      <dgm:prSet/>
      <dgm:spPr/>
      <dgm:t>
        <a:bodyPr/>
        <a:lstStyle/>
        <a:p>
          <a:pPr algn="l"/>
          <a:endParaRPr lang="en-US" sz="1200"/>
        </a:p>
      </dgm:t>
    </dgm:pt>
    <dgm:pt modelId="{962A77E4-53A5-48ED-AE83-3D2B7D4EE28F}">
      <dgm:prSet custT="1"/>
      <dgm:spPr/>
      <dgm:t>
        <a:bodyPr/>
        <a:lstStyle/>
        <a:p>
          <a:pPr algn="l"/>
          <a:r>
            <a:rPr lang="en-US" sz="1200" dirty="0"/>
            <a:t>Total Delivery Capacity: ~1600 SP</a:t>
          </a:r>
        </a:p>
      </dgm:t>
    </dgm:pt>
    <dgm:pt modelId="{F79BA117-DEFC-4D99-A5F6-45439B926E77}" type="parTrans" cxnId="{6CDA8719-F161-4EBF-AE53-1C206B69EB1C}">
      <dgm:prSet/>
      <dgm:spPr/>
      <dgm:t>
        <a:bodyPr/>
        <a:lstStyle/>
        <a:p>
          <a:pPr algn="l"/>
          <a:endParaRPr lang="en-US" sz="1200"/>
        </a:p>
      </dgm:t>
    </dgm:pt>
    <dgm:pt modelId="{3A17F93E-651C-4275-9B24-F247E6A0022F}" type="sibTrans" cxnId="{6CDA8719-F161-4EBF-AE53-1C206B69EB1C}">
      <dgm:prSet/>
      <dgm:spPr/>
      <dgm:t>
        <a:bodyPr/>
        <a:lstStyle/>
        <a:p>
          <a:pPr algn="l"/>
          <a:endParaRPr lang="en-US" sz="1200"/>
        </a:p>
      </dgm:t>
    </dgm:pt>
    <dgm:pt modelId="{2A848395-9F80-4FE7-9201-8E9FDE134938}">
      <dgm:prSet custT="1"/>
      <dgm:spPr/>
      <dgm:t>
        <a:bodyPr/>
        <a:lstStyle/>
        <a:p>
          <a:pPr algn="l"/>
          <a:r>
            <a:rPr lang="en-US" sz="1200" b="1" dirty="0"/>
            <a:t>Recommendation:</a:t>
          </a:r>
          <a:br>
            <a:rPr lang="en-US" sz="1200" dirty="0"/>
          </a:br>
          <a:r>
            <a:rPr lang="en-US" sz="1100" b="1" dirty="0"/>
            <a:t>Managed services engagement provides predictable delivery capacity, stable pod structure and controlled cost while allowing backlog reprioritization across sprints. </a:t>
          </a:r>
          <a:endParaRPr lang="en-US" sz="1100" dirty="0"/>
        </a:p>
      </dgm:t>
    </dgm:pt>
    <dgm:pt modelId="{0CD46B6B-29B1-45C3-BE1A-C3F79D495C5F}" type="sibTrans" cxnId="{A6C3E8ED-3EBA-4E18-A558-36DD4493087B}">
      <dgm:prSet/>
      <dgm:spPr/>
      <dgm:t>
        <a:bodyPr/>
        <a:lstStyle/>
        <a:p>
          <a:pPr algn="l"/>
          <a:endParaRPr lang="en-US" sz="1200"/>
        </a:p>
      </dgm:t>
    </dgm:pt>
    <dgm:pt modelId="{F5614CC9-B697-4975-874A-09E75FF64615}" type="parTrans" cxnId="{A6C3E8ED-3EBA-4E18-A558-36DD4493087B}">
      <dgm:prSet/>
      <dgm:spPr/>
      <dgm:t>
        <a:bodyPr/>
        <a:lstStyle/>
        <a:p>
          <a:pPr algn="l"/>
          <a:endParaRPr lang="en-US" sz="1200"/>
        </a:p>
      </dgm:t>
    </dgm:pt>
    <dgm:pt modelId="{BEDE6AE0-6711-4321-A0DA-58441F017465}" type="pres">
      <dgm:prSet presAssocID="{E751AFE5-66E6-48E3-A645-7CF24C66D1FC}" presName="vert0" presStyleCnt="0">
        <dgm:presLayoutVars>
          <dgm:dir/>
          <dgm:animOne val="branch"/>
          <dgm:animLvl val="lvl"/>
        </dgm:presLayoutVars>
      </dgm:prSet>
      <dgm:spPr/>
    </dgm:pt>
    <dgm:pt modelId="{4D229AE8-0973-4E85-9579-DDCC9163CCE3}" type="pres">
      <dgm:prSet presAssocID="{98087318-B835-46C4-9EF8-EF2366A9E589}" presName="thickLine" presStyleLbl="alignNode1" presStyleIdx="0" presStyleCnt="8"/>
      <dgm:spPr/>
    </dgm:pt>
    <dgm:pt modelId="{6C8B1DF0-E0AD-4369-BDC1-408E96E3AB35}" type="pres">
      <dgm:prSet presAssocID="{98087318-B835-46C4-9EF8-EF2366A9E589}" presName="horz1" presStyleCnt="0"/>
      <dgm:spPr/>
    </dgm:pt>
    <dgm:pt modelId="{0A12CA2A-59CC-4A9F-99C2-FAA495E048DB}" type="pres">
      <dgm:prSet presAssocID="{98087318-B835-46C4-9EF8-EF2366A9E589}" presName="tx1" presStyleLbl="revTx" presStyleIdx="0" presStyleCnt="8"/>
      <dgm:spPr/>
    </dgm:pt>
    <dgm:pt modelId="{6DB152F4-3CD1-4EFB-A4AA-858D75A5A37B}" type="pres">
      <dgm:prSet presAssocID="{98087318-B835-46C4-9EF8-EF2366A9E589}" presName="vert1" presStyleCnt="0"/>
      <dgm:spPr/>
    </dgm:pt>
    <dgm:pt modelId="{DD87438C-2A3A-4EE5-A1A4-6E4CA2B625C9}" type="pres">
      <dgm:prSet presAssocID="{87A5752C-C9CC-4304-9C56-3668A7CAB01B}" presName="thickLine" presStyleLbl="alignNode1" presStyleIdx="1" presStyleCnt="8"/>
      <dgm:spPr/>
    </dgm:pt>
    <dgm:pt modelId="{B9A95076-F2F2-449F-A4C4-0F78E8CD96D3}" type="pres">
      <dgm:prSet presAssocID="{87A5752C-C9CC-4304-9C56-3668A7CAB01B}" presName="horz1" presStyleCnt="0"/>
      <dgm:spPr/>
    </dgm:pt>
    <dgm:pt modelId="{3AD77095-915F-4AA0-A001-67F78544B7CD}" type="pres">
      <dgm:prSet presAssocID="{87A5752C-C9CC-4304-9C56-3668A7CAB01B}" presName="tx1" presStyleLbl="revTx" presStyleIdx="1" presStyleCnt="8"/>
      <dgm:spPr/>
    </dgm:pt>
    <dgm:pt modelId="{F2A25140-96D5-4DDF-A09F-26C39249E0A7}" type="pres">
      <dgm:prSet presAssocID="{87A5752C-C9CC-4304-9C56-3668A7CAB01B}" presName="vert1" presStyleCnt="0"/>
      <dgm:spPr/>
    </dgm:pt>
    <dgm:pt modelId="{0DC03E85-28E6-4189-AA22-7E2116AC2831}" type="pres">
      <dgm:prSet presAssocID="{38B02734-4723-421B-92B1-D1F47054A114}" presName="thickLine" presStyleLbl="alignNode1" presStyleIdx="2" presStyleCnt="8"/>
      <dgm:spPr/>
    </dgm:pt>
    <dgm:pt modelId="{9A2236AF-3D8D-4FE3-BA05-141C466FEFEE}" type="pres">
      <dgm:prSet presAssocID="{38B02734-4723-421B-92B1-D1F47054A114}" presName="horz1" presStyleCnt="0"/>
      <dgm:spPr/>
    </dgm:pt>
    <dgm:pt modelId="{1A953344-AF45-43CC-A263-EDBA263F0EC6}" type="pres">
      <dgm:prSet presAssocID="{38B02734-4723-421B-92B1-D1F47054A114}" presName="tx1" presStyleLbl="revTx" presStyleIdx="2" presStyleCnt="8"/>
      <dgm:spPr/>
    </dgm:pt>
    <dgm:pt modelId="{A1AE254F-E83E-4A62-81A3-11C43007C847}" type="pres">
      <dgm:prSet presAssocID="{38B02734-4723-421B-92B1-D1F47054A114}" presName="vert1" presStyleCnt="0"/>
      <dgm:spPr/>
    </dgm:pt>
    <dgm:pt modelId="{3E0E125B-A0A5-4EE9-B49C-110D913C876C}" type="pres">
      <dgm:prSet presAssocID="{C2CAE70D-96D0-42C7-99C0-462EAB09FA1A}" presName="thickLine" presStyleLbl="alignNode1" presStyleIdx="3" presStyleCnt="8"/>
      <dgm:spPr/>
    </dgm:pt>
    <dgm:pt modelId="{604E9EE3-4121-43F5-99A1-B2B7C4D3AFEA}" type="pres">
      <dgm:prSet presAssocID="{C2CAE70D-96D0-42C7-99C0-462EAB09FA1A}" presName="horz1" presStyleCnt="0"/>
      <dgm:spPr/>
    </dgm:pt>
    <dgm:pt modelId="{8B650F09-2756-47A7-9D29-5007F8B0931A}" type="pres">
      <dgm:prSet presAssocID="{C2CAE70D-96D0-42C7-99C0-462EAB09FA1A}" presName="tx1" presStyleLbl="revTx" presStyleIdx="3" presStyleCnt="8"/>
      <dgm:spPr/>
    </dgm:pt>
    <dgm:pt modelId="{43AA870E-A1F5-4F7C-8F3C-D51DD93204DB}" type="pres">
      <dgm:prSet presAssocID="{C2CAE70D-96D0-42C7-99C0-462EAB09FA1A}" presName="vert1" presStyleCnt="0"/>
      <dgm:spPr/>
    </dgm:pt>
    <dgm:pt modelId="{F728AA05-821E-434D-922F-972D77429BD4}" type="pres">
      <dgm:prSet presAssocID="{8623E8F3-1822-4CA1-909B-6537FCA30310}" presName="thickLine" presStyleLbl="alignNode1" presStyleIdx="4" presStyleCnt="8"/>
      <dgm:spPr/>
    </dgm:pt>
    <dgm:pt modelId="{EB91B0DF-F03F-445F-9218-4B1280D6D209}" type="pres">
      <dgm:prSet presAssocID="{8623E8F3-1822-4CA1-909B-6537FCA30310}" presName="horz1" presStyleCnt="0"/>
      <dgm:spPr/>
    </dgm:pt>
    <dgm:pt modelId="{40777495-E967-4069-B4DA-52350730C183}" type="pres">
      <dgm:prSet presAssocID="{8623E8F3-1822-4CA1-909B-6537FCA30310}" presName="tx1" presStyleLbl="revTx" presStyleIdx="4" presStyleCnt="8"/>
      <dgm:spPr/>
    </dgm:pt>
    <dgm:pt modelId="{A100DE3A-1FBD-42C5-8C6D-0E51DBFB58D2}" type="pres">
      <dgm:prSet presAssocID="{8623E8F3-1822-4CA1-909B-6537FCA30310}" presName="vert1" presStyleCnt="0"/>
      <dgm:spPr/>
    </dgm:pt>
    <dgm:pt modelId="{B1A40053-7EED-4CD3-9EDC-73850522879A}" type="pres">
      <dgm:prSet presAssocID="{AFD5A1D1-7CD8-469F-B2D3-4D2754F89B16}" presName="thickLine" presStyleLbl="alignNode1" presStyleIdx="5" presStyleCnt="8"/>
      <dgm:spPr/>
    </dgm:pt>
    <dgm:pt modelId="{6C7233EF-D32D-4CF3-9F3F-F9532537CC80}" type="pres">
      <dgm:prSet presAssocID="{AFD5A1D1-7CD8-469F-B2D3-4D2754F89B16}" presName="horz1" presStyleCnt="0"/>
      <dgm:spPr/>
    </dgm:pt>
    <dgm:pt modelId="{2D111E54-7E80-45A6-983A-32DB6755826E}" type="pres">
      <dgm:prSet presAssocID="{AFD5A1D1-7CD8-469F-B2D3-4D2754F89B16}" presName="tx1" presStyleLbl="revTx" presStyleIdx="5" presStyleCnt="8"/>
      <dgm:spPr/>
    </dgm:pt>
    <dgm:pt modelId="{C34DFE98-C09F-4B53-9858-171512D14D04}" type="pres">
      <dgm:prSet presAssocID="{AFD5A1D1-7CD8-469F-B2D3-4D2754F89B16}" presName="vert1" presStyleCnt="0"/>
      <dgm:spPr/>
    </dgm:pt>
    <dgm:pt modelId="{DFC32384-8F60-4F02-909B-58C5BF5966F1}" type="pres">
      <dgm:prSet presAssocID="{962A77E4-53A5-48ED-AE83-3D2B7D4EE28F}" presName="thickLine" presStyleLbl="alignNode1" presStyleIdx="6" presStyleCnt="8"/>
      <dgm:spPr/>
    </dgm:pt>
    <dgm:pt modelId="{80288EE4-E233-410C-B3B8-E36AF5A500E6}" type="pres">
      <dgm:prSet presAssocID="{962A77E4-53A5-48ED-AE83-3D2B7D4EE28F}" presName="horz1" presStyleCnt="0"/>
      <dgm:spPr/>
    </dgm:pt>
    <dgm:pt modelId="{F7CDA2D9-2D11-4B08-9B15-390D1EC2C390}" type="pres">
      <dgm:prSet presAssocID="{962A77E4-53A5-48ED-AE83-3D2B7D4EE28F}" presName="tx1" presStyleLbl="revTx" presStyleIdx="6" presStyleCnt="8"/>
      <dgm:spPr/>
    </dgm:pt>
    <dgm:pt modelId="{DE1EF33C-08CC-4A46-9A9F-4CE6D96AE3ED}" type="pres">
      <dgm:prSet presAssocID="{962A77E4-53A5-48ED-AE83-3D2B7D4EE28F}" presName="vert1" presStyleCnt="0"/>
      <dgm:spPr/>
    </dgm:pt>
    <dgm:pt modelId="{F7A8C2B8-A834-4E97-9674-4AB8CA111B56}" type="pres">
      <dgm:prSet presAssocID="{2A848395-9F80-4FE7-9201-8E9FDE134938}" presName="thickLine" presStyleLbl="alignNode1" presStyleIdx="7" presStyleCnt="8"/>
      <dgm:spPr/>
    </dgm:pt>
    <dgm:pt modelId="{740FB748-1BD8-42EB-8F3F-D5232FCA87AD}" type="pres">
      <dgm:prSet presAssocID="{2A848395-9F80-4FE7-9201-8E9FDE134938}" presName="horz1" presStyleCnt="0"/>
      <dgm:spPr/>
    </dgm:pt>
    <dgm:pt modelId="{FDD14786-E5A7-4A24-AB62-92A39B569051}" type="pres">
      <dgm:prSet presAssocID="{2A848395-9F80-4FE7-9201-8E9FDE134938}" presName="tx1" presStyleLbl="revTx" presStyleIdx="7" presStyleCnt="8"/>
      <dgm:spPr/>
    </dgm:pt>
    <dgm:pt modelId="{4736E54C-C98D-437A-842B-2DDA76A4D2AD}" type="pres">
      <dgm:prSet presAssocID="{2A848395-9F80-4FE7-9201-8E9FDE134938}" presName="vert1" presStyleCnt="0"/>
      <dgm:spPr/>
    </dgm:pt>
  </dgm:ptLst>
  <dgm:cxnLst>
    <dgm:cxn modelId="{6CDA8719-F161-4EBF-AE53-1C206B69EB1C}" srcId="{E751AFE5-66E6-48E3-A645-7CF24C66D1FC}" destId="{962A77E4-53A5-48ED-AE83-3D2B7D4EE28F}" srcOrd="6" destOrd="0" parTransId="{F79BA117-DEFC-4D99-A5F6-45439B926E77}" sibTransId="{3A17F93E-651C-4275-9B24-F247E6A0022F}"/>
    <dgm:cxn modelId="{4520B15B-7D62-43B7-959E-6054291E4AFB}" type="presOf" srcId="{E751AFE5-66E6-48E3-A645-7CF24C66D1FC}" destId="{BEDE6AE0-6711-4321-A0DA-58441F017465}" srcOrd="0" destOrd="0" presId="urn:microsoft.com/office/officeart/2008/layout/LinedList"/>
    <dgm:cxn modelId="{61459C4E-669A-4A76-95CB-77FF4710C4C7}" type="presOf" srcId="{87A5752C-C9CC-4304-9C56-3668A7CAB01B}" destId="{3AD77095-915F-4AA0-A001-67F78544B7CD}" srcOrd="0" destOrd="0" presId="urn:microsoft.com/office/officeart/2008/layout/LinedList"/>
    <dgm:cxn modelId="{CF7AF957-6853-4001-83BF-8505CA99D159}" type="presOf" srcId="{962A77E4-53A5-48ED-AE83-3D2B7D4EE28F}" destId="{F7CDA2D9-2D11-4B08-9B15-390D1EC2C390}" srcOrd="0" destOrd="0" presId="urn:microsoft.com/office/officeart/2008/layout/LinedList"/>
    <dgm:cxn modelId="{3685D182-6AB3-490F-ADA9-B7A0A394BDDE}" type="presOf" srcId="{98087318-B835-46C4-9EF8-EF2366A9E589}" destId="{0A12CA2A-59CC-4A9F-99C2-FAA495E048DB}" srcOrd="0" destOrd="0" presId="urn:microsoft.com/office/officeart/2008/layout/LinedList"/>
    <dgm:cxn modelId="{EEF72C8E-B21E-49D8-B1E0-FC0BC1A76ED9}" srcId="{E751AFE5-66E6-48E3-A645-7CF24C66D1FC}" destId="{38B02734-4723-421B-92B1-D1F47054A114}" srcOrd="2" destOrd="0" parTransId="{3A0FF4BF-5938-41F4-967D-E9D5C3CEAFED}" sibTransId="{15837A62-C002-447E-A2D2-884744141C1A}"/>
    <dgm:cxn modelId="{4F3CA096-197A-4FFF-905B-0600B3C1E58E}" srcId="{E751AFE5-66E6-48E3-A645-7CF24C66D1FC}" destId="{C2CAE70D-96D0-42C7-99C0-462EAB09FA1A}" srcOrd="3" destOrd="0" parTransId="{880F4C1D-E2D0-41A0-A1FC-BE25E00CDCCA}" sibTransId="{1B3B9BFA-DBF8-45CD-AD0A-DD626D7186EB}"/>
    <dgm:cxn modelId="{124B9D97-F551-4EDF-BC86-DFB8F1672ADE}" srcId="{E751AFE5-66E6-48E3-A645-7CF24C66D1FC}" destId="{87A5752C-C9CC-4304-9C56-3668A7CAB01B}" srcOrd="1" destOrd="0" parTransId="{C42B0A41-F8E2-41A1-B254-54D5C67F4D58}" sibTransId="{24CA2531-ADB4-413E-881C-60C296238F99}"/>
    <dgm:cxn modelId="{B4779B9A-B9B4-426A-8BBC-44CD483D3603}" type="presOf" srcId="{C2CAE70D-96D0-42C7-99C0-462EAB09FA1A}" destId="{8B650F09-2756-47A7-9D29-5007F8B0931A}" srcOrd="0" destOrd="0" presId="urn:microsoft.com/office/officeart/2008/layout/LinedList"/>
    <dgm:cxn modelId="{AA8ED1A3-36D6-469E-A65F-66A85FE3B5BA}" type="presOf" srcId="{AFD5A1D1-7CD8-469F-B2D3-4D2754F89B16}" destId="{2D111E54-7E80-45A6-983A-32DB6755826E}" srcOrd="0" destOrd="0" presId="urn:microsoft.com/office/officeart/2008/layout/LinedList"/>
    <dgm:cxn modelId="{0F1CE5B4-DF6D-42A0-80AE-C6B740A9002E}" type="presOf" srcId="{2A848395-9F80-4FE7-9201-8E9FDE134938}" destId="{FDD14786-E5A7-4A24-AB62-92A39B569051}" srcOrd="0" destOrd="0" presId="urn:microsoft.com/office/officeart/2008/layout/LinedList"/>
    <dgm:cxn modelId="{0318B4B5-0F46-4D2F-86FC-3E4B956E5A26}" srcId="{E751AFE5-66E6-48E3-A645-7CF24C66D1FC}" destId="{98087318-B835-46C4-9EF8-EF2366A9E589}" srcOrd="0" destOrd="0" parTransId="{0DDEC83E-1B2B-4D3C-A43A-A069057BE9E1}" sibTransId="{DBD194A1-AD73-4E28-BFD1-66294864D012}"/>
    <dgm:cxn modelId="{0E56F6BB-C938-4F38-80FB-AF00AE07138D}" srcId="{E751AFE5-66E6-48E3-A645-7CF24C66D1FC}" destId="{AFD5A1D1-7CD8-469F-B2D3-4D2754F89B16}" srcOrd="5" destOrd="0" parTransId="{3A764AA6-5B32-4FF1-ABC0-FD95AED2DB46}" sibTransId="{C6D18658-0D6C-455D-AF09-C99EB117931A}"/>
    <dgm:cxn modelId="{1FAB7FD2-C1CB-46A1-8286-1CE5F17191F8}" type="presOf" srcId="{8623E8F3-1822-4CA1-909B-6537FCA30310}" destId="{40777495-E967-4069-B4DA-52350730C183}" srcOrd="0" destOrd="0" presId="urn:microsoft.com/office/officeart/2008/layout/LinedList"/>
    <dgm:cxn modelId="{A6C3E8ED-3EBA-4E18-A558-36DD4493087B}" srcId="{E751AFE5-66E6-48E3-A645-7CF24C66D1FC}" destId="{2A848395-9F80-4FE7-9201-8E9FDE134938}" srcOrd="7" destOrd="0" parTransId="{F5614CC9-B697-4975-874A-09E75FF64615}" sibTransId="{0CD46B6B-29B1-45C3-BE1A-C3F79D495C5F}"/>
    <dgm:cxn modelId="{8C9035F5-2174-4604-A569-B6BA5B63A4BF}" type="presOf" srcId="{38B02734-4723-421B-92B1-D1F47054A114}" destId="{1A953344-AF45-43CC-A263-EDBA263F0EC6}" srcOrd="0" destOrd="0" presId="urn:microsoft.com/office/officeart/2008/layout/LinedList"/>
    <dgm:cxn modelId="{7991A0FE-CCC9-4A38-B83B-A8B0BDFCD8E8}" srcId="{E751AFE5-66E6-48E3-A645-7CF24C66D1FC}" destId="{8623E8F3-1822-4CA1-909B-6537FCA30310}" srcOrd="4" destOrd="0" parTransId="{D723143C-F5AE-4EF1-912A-06B98D2D093E}" sibTransId="{F058A540-A978-4F92-82BD-7FAE006C7C9E}"/>
    <dgm:cxn modelId="{5AEF4D5F-D08B-45CB-B7B8-452D7AD256F5}" type="presParOf" srcId="{BEDE6AE0-6711-4321-A0DA-58441F017465}" destId="{4D229AE8-0973-4E85-9579-DDCC9163CCE3}" srcOrd="0" destOrd="0" presId="urn:microsoft.com/office/officeart/2008/layout/LinedList"/>
    <dgm:cxn modelId="{1A69A22E-515D-4888-8D53-AEF73CB8B00A}" type="presParOf" srcId="{BEDE6AE0-6711-4321-A0DA-58441F017465}" destId="{6C8B1DF0-E0AD-4369-BDC1-408E96E3AB35}" srcOrd="1" destOrd="0" presId="urn:microsoft.com/office/officeart/2008/layout/LinedList"/>
    <dgm:cxn modelId="{FADFD74F-69F2-4EE6-8834-6C2D75F60553}" type="presParOf" srcId="{6C8B1DF0-E0AD-4369-BDC1-408E96E3AB35}" destId="{0A12CA2A-59CC-4A9F-99C2-FAA495E048DB}" srcOrd="0" destOrd="0" presId="urn:microsoft.com/office/officeart/2008/layout/LinedList"/>
    <dgm:cxn modelId="{03D403B9-DB50-4038-8B2C-7BFA23C89E35}" type="presParOf" srcId="{6C8B1DF0-E0AD-4369-BDC1-408E96E3AB35}" destId="{6DB152F4-3CD1-4EFB-A4AA-858D75A5A37B}" srcOrd="1" destOrd="0" presId="urn:microsoft.com/office/officeart/2008/layout/LinedList"/>
    <dgm:cxn modelId="{5B3CA191-28AA-4513-BD83-82157BFFBCF5}" type="presParOf" srcId="{BEDE6AE0-6711-4321-A0DA-58441F017465}" destId="{DD87438C-2A3A-4EE5-A1A4-6E4CA2B625C9}" srcOrd="2" destOrd="0" presId="urn:microsoft.com/office/officeart/2008/layout/LinedList"/>
    <dgm:cxn modelId="{38B15733-0F61-4843-853F-2C30F0924ED1}" type="presParOf" srcId="{BEDE6AE0-6711-4321-A0DA-58441F017465}" destId="{B9A95076-F2F2-449F-A4C4-0F78E8CD96D3}" srcOrd="3" destOrd="0" presId="urn:microsoft.com/office/officeart/2008/layout/LinedList"/>
    <dgm:cxn modelId="{7DAF2F2F-C250-40D7-B871-5D9855210C59}" type="presParOf" srcId="{B9A95076-F2F2-449F-A4C4-0F78E8CD96D3}" destId="{3AD77095-915F-4AA0-A001-67F78544B7CD}" srcOrd="0" destOrd="0" presId="urn:microsoft.com/office/officeart/2008/layout/LinedList"/>
    <dgm:cxn modelId="{01A5CC55-6893-4AC0-81D6-F03CA9DE91CA}" type="presParOf" srcId="{B9A95076-F2F2-449F-A4C4-0F78E8CD96D3}" destId="{F2A25140-96D5-4DDF-A09F-26C39249E0A7}" srcOrd="1" destOrd="0" presId="urn:microsoft.com/office/officeart/2008/layout/LinedList"/>
    <dgm:cxn modelId="{A9F20A88-8103-4C9A-8477-2185F7A5251F}" type="presParOf" srcId="{BEDE6AE0-6711-4321-A0DA-58441F017465}" destId="{0DC03E85-28E6-4189-AA22-7E2116AC2831}" srcOrd="4" destOrd="0" presId="urn:microsoft.com/office/officeart/2008/layout/LinedList"/>
    <dgm:cxn modelId="{39B5E0AF-A7D7-4039-AAC7-8854706B0CD5}" type="presParOf" srcId="{BEDE6AE0-6711-4321-A0DA-58441F017465}" destId="{9A2236AF-3D8D-4FE3-BA05-141C466FEFEE}" srcOrd="5" destOrd="0" presId="urn:microsoft.com/office/officeart/2008/layout/LinedList"/>
    <dgm:cxn modelId="{D1B4BBAD-DFB8-4A60-A90B-1EC7FA596077}" type="presParOf" srcId="{9A2236AF-3D8D-4FE3-BA05-141C466FEFEE}" destId="{1A953344-AF45-43CC-A263-EDBA263F0EC6}" srcOrd="0" destOrd="0" presId="urn:microsoft.com/office/officeart/2008/layout/LinedList"/>
    <dgm:cxn modelId="{CCDBDD88-880A-4522-A96A-E5890609C7B4}" type="presParOf" srcId="{9A2236AF-3D8D-4FE3-BA05-141C466FEFEE}" destId="{A1AE254F-E83E-4A62-81A3-11C43007C847}" srcOrd="1" destOrd="0" presId="urn:microsoft.com/office/officeart/2008/layout/LinedList"/>
    <dgm:cxn modelId="{36A0F3D6-0236-4C6A-81F3-D9CAC36183AF}" type="presParOf" srcId="{BEDE6AE0-6711-4321-A0DA-58441F017465}" destId="{3E0E125B-A0A5-4EE9-B49C-110D913C876C}" srcOrd="6" destOrd="0" presId="urn:microsoft.com/office/officeart/2008/layout/LinedList"/>
    <dgm:cxn modelId="{F40C0E23-933B-46C1-A2BD-7E14045D6243}" type="presParOf" srcId="{BEDE6AE0-6711-4321-A0DA-58441F017465}" destId="{604E9EE3-4121-43F5-99A1-B2B7C4D3AFEA}" srcOrd="7" destOrd="0" presId="urn:microsoft.com/office/officeart/2008/layout/LinedList"/>
    <dgm:cxn modelId="{B968D9B6-D598-4367-A006-B0DF5BFA41F5}" type="presParOf" srcId="{604E9EE3-4121-43F5-99A1-B2B7C4D3AFEA}" destId="{8B650F09-2756-47A7-9D29-5007F8B0931A}" srcOrd="0" destOrd="0" presId="urn:microsoft.com/office/officeart/2008/layout/LinedList"/>
    <dgm:cxn modelId="{1F137B23-E1D5-4474-88A6-B82891B62632}" type="presParOf" srcId="{604E9EE3-4121-43F5-99A1-B2B7C4D3AFEA}" destId="{43AA870E-A1F5-4F7C-8F3C-D51DD93204DB}" srcOrd="1" destOrd="0" presId="urn:microsoft.com/office/officeart/2008/layout/LinedList"/>
    <dgm:cxn modelId="{32DCE7B0-C080-4DC3-86EB-2CD0569F2441}" type="presParOf" srcId="{BEDE6AE0-6711-4321-A0DA-58441F017465}" destId="{F728AA05-821E-434D-922F-972D77429BD4}" srcOrd="8" destOrd="0" presId="urn:microsoft.com/office/officeart/2008/layout/LinedList"/>
    <dgm:cxn modelId="{FF506C51-1426-4A61-87FB-709A8E78C9A8}" type="presParOf" srcId="{BEDE6AE0-6711-4321-A0DA-58441F017465}" destId="{EB91B0DF-F03F-445F-9218-4B1280D6D209}" srcOrd="9" destOrd="0" presId="urn:microsoft.com/office/officeart/2008/layout/LinedList"/>
    <dgm:cxn modelId="{662BA69C-61B3-4D91-8B14-C46AC7FC1506}" type="presParOf" srcId="{EB91B0DF-F03F-445F-9218-4B1280D6D209}" destId="{40777495-E967-4069-B4DA-52350730C183}" srcOrd="0" destOrd="0" presId="urn:microsoft.com/office/officeart/2008/layout/LinedList"/>
    <dgm:cxn modelId="{ED451224-972C-4507-BE03-63FCF8153CC4}" type="presParOf" srcId="{EB91B0DF-F03F-445F-9218-4B1280D6D209}" destId="{A100DE3A-1FBD-42C5-8C6D-0E51DBFB58D2}" srcOrd="1" destOrd="0" presId="urn:microsoft.com/office/officeart/2008/layout/LinedList"/>
    <dgm:cxn modelId="{99BB76C7-A64D-46AC-8C27-96297CA9C4FC}" type="presParOf" srcId="{BEDE6AE0-6711-4321-A0DA-58441F017465}" destId="{B1A40053-7EED-4CD3-9EDC-73850522879A}" srcOrd="10" destOrd="0" presId="urn:microsoft.com/office/officeart/2008/layout/LinedList"/>
    <dgm:cxn modelId="{5DCA02CB-DB32-4E6E-AB3D-1C220CF89AB6}" type="presParOf" srcId="{BEDE6AE0-6711-4321-A0DA-58441F017465}" destId="{6C7233EF-D32D-4CF3-9F3F-F9532537CC80}" srcOrd="11" destOrd="0" presId="urn:microsoft.com/office/officeart/2008/layout/LinedList"/>
    <dgm:cxn modelId="{4CA149D4-D454-47D4-8470-90BF8084CDF3}" type="presParOf" srcId="{6C7233EF-D32D-4CF3-9F3F-F9532537CC80}" destId="{2D111E54-7E80-45A6-983A-32DB6755826E}" srcOrd="0" destOrd="0" presId="urn:microsoft.com/office/officeart/2008/layout/LinedList"/>
    <dgm:cxn modelId="{F1B8F64A-CF83-4859-9129-EA4569837019}" type="presParOf" srcId="{6C7233EF-D32D-4CF3-9F3F-F9532537CC80}" destId="{C34DFE98-C09F-4B53-9858-171512D14D04}" srcOrd="1" destOrd="0" presId="urn:microsoft.com/office/officeart/2008/layout/LinedList"/>
    <dgm:cxn modelId="{D9A154EB-F01F-4C07-9236-672FA74ED736}" type="presParOf" srcId="{BEDE6AE0-6711-4321-A0DA-58441F017465}" destId="{DFC32384-8F60-4F02-909B-58C5BF5966F1}" srcOrd="12" destOrd="0" presId="urn:microsoft.com/office/officeart/2008/layout/LinedList"/>
    <dgm:cxn modelId="{110FB4ED-ED63-4207-9976-43CE0B00FD97}" type="presParOf" srcId="{BEDE6AE0-6711-4321-A0DA-58441F017465}" destId="{80288EE4-E233-410C-B3B8-E36AF5A500E6}" srcOrd="13" destOrd="0" presId="urn:microsoft.com/office/officeart/2008/layout/LinedList"/>
    <dgm:cxn modelId="{18092867-02F0-4BFD-8758-B347695986BB}" type="presParOf" srcId="{80288EE4-E233-410C-B3B8-E36AF5A500E6}" destId="{F7CDA2D9-2D11-4B08-9B15-390D1EC2C390}" srcOrd="0" destOrd="0" presId="urn:microsoft.com/office/officeart/2008/layout/LinedList"/>
    <dgm:cxn modelId="{733F08AA-AE47-4849-8178-D38F147F4790}" type="presParOf" srcId="{80288EE4-E233-410C-B3B8-E36AF5A500E6}" destId="{DE1EF33C-08CC-4A46-9A9F-4CE6D96AE3ED}" srcOrd="1" destOrd="0" presId="urn:microsoft.com/office/officeart/2008/layout/LinedList"/>
    <dgm:cxn modelId="{6F0B184E-2F78-4E2B-A015-5B912C831073}" type="presParOf" srcId="{BEDE6AE0-6711-4321-A0DA-58441F017465}" destId="{F7A8C2B8-A834-4E97-9674-4AB8CA111B56}" srcOrd="14" destOrd="0" presId="urn:microsoft.com/office/officeart/2008/layout/LinedList"/>
    <dgm:cxn modelId="{5D70DF7B-B54E-4008-9FF6-0F3AFD667D4B}" type="presParOf" srcId="{BEDE6AE0-6711-4321-A0DA-58441F017465}" destId="{740FB748-1BD8-42EB-8F3F-D5232FCA87AD}" srcOrd="15" destOrd="0" presId="urn:microsoft.com/office/officeart/2008/layout/LinedList"/>
    <dgm:cxn modelId="{FBA41790-BB94-43DC-A00B-559951F8EB3E}" type="presParOf" srcId="{740FB748-1BD8-42EB-8F3F-D5232FCA87AD}" destId="{FDD14786-E5A7-4A24-AB62-92A39B569051}" srcOrd="0" destOrd="0" presId="urn:microsoft.com/office/officeart/2008/layout/LinedList"/>
    <dgm:cxn modelId="{B700EFEE-76A7-487D-ADD7-67EA2B0BA639}" type="presParOf" srcId="{740FB748-1BD8-42EB-8F3F-D5232FCA87AD}" destId="{4736E54C-C98D-437A-842B-2DDA76A4D2A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5943DD2-0257-44BE-8D77-DF137BAFE5AE}" type="doc">
      <dgm:prSet loTypeId="urn:microsoft.com/office/officeart/2008/layout/VerticalCurved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93FCCD4-665D-43D6-9F5E-2F529ED4B79D}">
      <dgm:prSet custT="1"/>
      <dgm:spPr/>
      <dgm:t>
        <a:bodyPr/>
        <a:lstStyle/>
        <a:p>
          <a:r>
            <a:rPr lang="en-US" sz="1200" b="1" dirty="0"/>
            <a:t>Business-Centric Supply Chain Platform</a:t>
          </a:r>
          <a:br>
            <a:rPr lang="en-US" sz="1200" b="1" dirty="0"/>
          </a:br>
          <a:r>
            <a:rPr lang="en-US" sz="1200" dirty="0"/>
            <a:t>A scalable digital platform enabling suppliers, operators, and logistics partners to manage inventory, orders, and deliveries with real-time visibility.</a:t>
          </a:r>
        </a:p>
      </dgm:t>
    </dgm:pt>
    <dgm:pt modelId="{14D78CBB-4378-4579-84E2-17D92642A3E9}" type="parTrans" cxnId="{B0D590B0-5D33-454C-9161-A4CF07B2FA1F}">
      <dgm:prSet/>
      <dgm:spPr/>
      <dgm:t>
        <a:bodyPr/>
        <a:lstStyle/>
        <a:p>
          <a:endParaRPr lang="en-US" sz="1200"/>
        </a:p>
      </dgm:t>
    </dgm:pt>
    <dgm:pt modelId="{6CD230AB-BFC7-4AD3-B494-453DEF0BBBCA}" type="sibTrans" cxnId="{B0D590B0-5D33-454C-9161-A4CF07B2FA1F}">
      <dgm:prSet/>
      <dgm:spPr/>
      <dgm:t>
        <a:bodyPr/>
        <a:lstStyle/>
        <a:p>
          <a:endParaRPr lang="en-US" sz="1200"/>
        </a:p>
      </dgm:t>
    </dgm:pt>
    <dgm:pt modelId="{D11EA6CB-E8CE-45C4-9DB4-47DBDF032950}">
      <dgm:prSet custT="1"/>
      <dgm:spPr/>
      <dgm:t>
        <a:bodyPr/>
        <a:lstStyle/>
        <a:p>
          <a:r>
            <a:rPr lang="en-US" sz="1200" b="1" dirty="0"/>
            <a:t>Early Value Through MVP Delivery</a:t>
          </a:r>
          <a:br>
            <a:rPr lang="en-US" sz="1200" b="1" dirty="0"/>
          </a:br>
          <a:r>
            <a:rPr lang="en-US" sz="1200" dirty="0"/>
            <a:t>Core supply chain capabilities delivered by </a:t>
          </a:r>
          <a:r>
            <a:rPr lang="en-US" sz="1200" b="1" dirty="0"/>
            <a:t>Sprint 4</a:t>
          </a:r>
          <a:r>
            <a:rPr lang="en-US" sz="1200" dirty="0"/>
            <a:t>, enabling early business validation while additional platform capabilities evolve incrementally.</a:t>
          </a:r>
        </a:p>
      </dgm:t>
    </dgm:pt>
    <dgm:pt modelId="{A1DF8A96-438F-4CA0-8E2A-F5DE00536C87}" type="parTrans" cxnId="{747E9C25-194A-404F-A0F5-6AFB253044A1}">
      <dgm:prSet/>
      <dgm:spPr/>
      <dgm:t>
        <a:bodyPr/>
        <a:lstStyle/>
        <a:p>
          <a:endParaRPr lang="en-US" sz="1200"/>
        </a:p>
      </dgm:t>
    </dgm:pt>
    <dgm:pt modelId="{BE15C7BA-99F2-44EA-90A1-8B1B96EA53E0}" type="sibTrans" cxnId="{747E9C25-194A-404F-A0F5-6AFB253044A1}">
      <dgm:prSet/>
      <dgm:spPr/>
      <dgm:t>
        <a:bodyPr/>
        <a:lstStyle/>
        <a:p>
          <a:endParaRPr lang="en-US" sz="1200"/>
        </a:p>
      </dgm:t>
    </dgm:pt>
    <dgm:pt modelId="{51879A90-4847-4BA8-BA26-5DBE26AE5D95}">
      <dgm:prSet custT="1"/>
      <dgm:spPr/>
      <dgm:t>
        <a:bodyPr/>
        <a:lstStyle/>
        <a:p>
          <a:r>
            <a:rPr lang="en-US" sz="1200" b="1" dirty="0"/>
            <a:t>Scalable &amp; Secure Architecture</a:t>
          </a:r>
          <a:br>
            <a:rPr lang="en-US" sz="1200" b="1" dirty="0"/>
          </a:br>
          <a:r>
            <a:rPr lang="en-US" sz="1200" dirty="0"/>
            <a:t>Microservices-based architecture on Azure with API-first design enabling modular scalability, secure integrations, and operational resilience.</a:t>
          </a:r>
          <a:endParaRPr lang="en-US" sz="1200" b="1" dirty="0"/>
        </a:p>
      </dgm:t>
    </dgm:pt>
    <dgm:pt modelId="{117A933D-BA9A-4EE7-B119-DBE983F038B5}" type="parTrans" cxnId="{DFAECA05-0D1C-4611-80C3-EEFC16B795C6}">
      <dgm:prSet/>
      <dgm:spPr/>
      <dgm:t>
        <a:bodyPr/>
        <a:lstStyle/>
        <a:p>
          <a:endParaRPr lang="en-US" sz="1200"/>
        </a:p>
      </dgm:t>
    </dgm:pt>
    <dgm:pt modelId="{5CB0C085-EC06-4074-BAA5-C99070FB7F8E}" type="sibTrans" cxnId="{DFAECA05-0D1C-4611-80C3-EEFC16B795C6}">
      <dgm:prSet/>
      <dgm:spPr/>
      <dgm:t>
        <a:bodyPr/>
        <a:lstStyle/>
        <a:p>
          <a:endParaRPr lang="en-US" sz="1200"/>
        </a:p>
      </dgm:t>
    </dgm:pt>
    <dgm:pt modelId="{25F7F3EB-A1A1-49E0-82E0-39D8675932CA}">
      <dgm:prSet custT="1"/>
      <dgm:spPr/>
      <dgm:t>
        <a:bodyPr/>
        <a:lstStyle/>
        <a:p>
          <a:r>
            <a:rPr lang="en-US" sz="1200" b="1" dirty="0"/>
            <a:t>Predictable Agile Delivery Model</a:t>
          </a:r>
          <a:br>
            <a:rPr lang="en-US" sz="1200" b="1" dirty="0"/>
          </a:br>
          <a:r>
            <a:rPr lang="en-US" sz="1200" dirty="0"/>
            <a:t>Cross-functional pods operating in parallel ensure </a:t>
          </a:r>
          <a:r>
            <a:rPr lang="en-US" sz="1200" b="1" dirty="0"/>
            <a:t>stable velocity, delivery predictability, and reduced execution risk</a:t>
          </a:r>
          <a:r>
            <a:rPr lang="en-US" sz="1200" dirty="0"/>
            <a:t>.</a:t>
          </a:r>
          <a:endParaRPr lang="en-US" sz="1200" b="1" dirty="0"/>
        </a:p>
      </dgm:t>
    </dgm:pt>
    <dgm:pt modelId="{A1B81411-1AC1-4A03-84FF-97ED6A670A4F}" type="parTrans" cxnId="{97E9E992-944C-4BB7-B227-22DDEF8AC227}">
      <dgm:prSet/>
      <dgm:spPr/>
      <dgm:t>
        <a:bodyPr/>
        <a:lstStyle/>
        <a:p>
          <a:endParaRPr lang="en-US" sz="1200"/>
        </a:p>
      </dgm:t>
    </dgm:pt>
    <dgm:pt modelId="{40FF2790-1109-4F31-9E68-A6A1EA0C485E}" type="sibTrans" cxnId="{97E9E992-944C-4BB7-B227-22DDEF8AC227}">
      <dgm:prSet/>
      <dgm:spPr/>
      <dgm:t>
        <a:bodyPr/>
        <a:lstStyle/>
        <a:p>
          <a:endParaRPr lang="en-US" sz="1200"/>
        </a:p>
      </dgm:t>
    </dgm:pt>
    <dgm:pt modelId="{5C664A99-952C-44BA-AFBF-13B649049F74}">
      <dgm:prSet custT="1"/>
      <dgm:spPr/>
      <dgm:t>
        <a:bodyPr/>
        <a:lstStyle/>
        <a:p>
          <a:r>
            <a:rPr lang="en-US" sz="1200" b="1" dirty="0"/>
            <a:t>Business Impact &amp; Long-Term Value</a:t>
          </a:r>
          <a:br>
            <a:rPr lang="en-US" sz="1200" b="1" dirty="0"/>
          </a:br>
          <a:r>
            <a:rPr lang="en-US" sz="1200" dirty="0"/>
            <a:t>Fixed capacity engagement provides </a:t>
          </a:r>
          <a:r>
            <a:rPr lang="en-US" sz="1200" b="1" dirty="0"/>
            <a:t>cost transparency, improved delivery margins, and a foundation for continued platform expansion and account growth.</a:t>
          </a:r>
        </a:p>
      </dgm:t>
    </dgm:pt>
    <dgm:pt modelId="{E64976E5-A879-4FE8-80AD-08B572B769F1}" type="parTrans" cxnId="{CC9C9E9B-DEAB-4F4F-B231-C823965BEEDE}">
      <dgm:prSet/>
      <dgm:spPr/>
      <dgm:t>
        <a:bodyPr/>
        <a:lstStyle/>
        <a:p>
          <a:endParaRPr lang="en-US" sz="1200"/>
        </a:p>
      </dgm:t>
    </dgm:pt>
    <dgm:pt modelId="{9A2BA8F2-ECFB-43CC-A533-1EA4D3EF367F}" type="sibTrans" cxnId="{CC9C9E9B-DEAB-4F4F-B231-C823965BEEDE}">
      <dgm:prSet/>
      <dgm:spPr/>
      <dgm:t>
        <a:bodyPr/>
        <a:lstStyle/>
        <a:p>
          <a:endParaRPr lang="en-US" sz="1200"/>
        </a:p>
      </dgm:t>
    </dgm:pt>
    <dgm:pt modelId="{083F1C5E-2631-4C96-BB59-A8E5A36C41A6}" type="pres">
      <dgm:prSet presAssocID="{35943DD2-0257-44BE-8D77-DF137BAFE5AE}" presName="Name0" presStyleCnt="0">
        <dgm:presLayoutVars>
          <dgm:chMax val="7"/>
          <dgm:chPref val="7"/>
          <dgm:dir/>
        </dgm:presLayoutVars>
      </dgm:prSet>
      <dgm:spPr/>
    </dgm:pt>
    <dgm:pt modelId="{B22A89DB-1911-4D1A-B2E4-74588C1DD716}" type="pres">
      <dgm:prSet presAssocID="{35943DD2-0257-44BE-8D77-DF137BAFE5AE}" presName="Name1" presStyleCnt="0"/>
      <dgm:spPr/>
    </dgm:pt>
    <dgm:pt modelId="{F2BD9DC8-4613-4540-B0E3-4F3FE6472D59}" type="pres">
      <dgm:prSet presAssocID="{35943DD2-0257-44BE-8D77-DF137BAFE5AE}" presName="cycle" presStyleCnt="0"/>
      <dgm:spPr/>
    </dgm:pt>
    <dgm:pt modelId="{ACE0FCE9-84B3-4F85-8C21-4AB4C52670A0}" type="pres">
      <dgm:prSet presAssocID="{35943DD2-0257-44BE-8D77-DF137BAFE5AE}" presName="srcNode" presStyleLbl="node1" presStyleIdx="0" presStyleCnt="5"/>
      <dgm:spPr/>
    </dgm:pt>
    <dgm:pt modelId="{5FD56D5F-56F5-4EE2-83AA-093AED883F7D}" type="pres">
      <dgm:prSet presAssocID="{35943DD2-0257-44BE-8D77-DF137BAFE5AE}" presName="conn" presStyleLbl="parChTrans1D2" presStyleIdx="0" presStyleCnt="1"/>
      <dgm:spPr/>
    </dgm:pt>
    <dgm:pt modelId="{56A171E7-84F1-442C-97C3-2F7E570A8F29}" type="pres">
      <dgm:prSet presAssocID="{35943DD2-0257-44BE-8D77-DF137BAFE5AE}" presName="extraNode" presStyleLbl="node1" presStyleIdx="0" presStyleCnt="5"/>
      <dgm:spPr/>
    </dgm:pt>
    <dgm:pt modelId="{5FA3E1AA-E28D-4FB4-8DD5-31C6D812C0AC}" type="pres">
      <dgm:prSet presAssocID="{35943DD2-0257-44BE-8D77-DF137BAFE5AE}" presName="dstNode" presStyleLbl="node1" presStyleIdx="0" presStyleCnt="5"/>
      <dgm:spPr/>
    </dgm:pt>
    <dgm:pt modelId="{F4133A08-9066-4004-B615-CCD4493A187A}" type="pres">
      <dgm:prSet presAssocID="{193FCCD4-665D-43D6-9F5E-2F529ED4B79D}" presName="text_1" presStyleLbl="node1" presStyleIdx="0" presStyleCnt="5">
        <dgm:presLayoutVars>
          <dgm:bulletEnabled val="1"/>
        </dgm:presLayoutVars>
      </dgm:prSet>
      <dgm:spPr/>
    </dgm:pt>
    <dgm:pt modelId="{AC6FF81F-C54C-4750-AFB3-848021BCB166}" type="pres">
      <dgm:prSet presAssocID="{193FCCD4-665D-43D6-9F5E-2F529ED4B79D}" presName="accent_1" presStyleCnt="0"/>
      <dgm:spPr/>
    </dgm:pt>
    <dgm:pt modelId="{FE63B047-F8F5-420E-83A2-8DAC3BD23AAB}" type="pres">
      <dgm:prSet presAssocID="{193FCCD4-665D-43D6-9F5E-2F529ED4B79D}" presName="accentRepeatNode" presStyleLbl="solidFgAcc1" presStyleIdx="0" presStyleCnt="5"/>
      <dgm:spPr>
        <a:prstGeom prst="stripedRightArrow">
          <a:avLst/>
        </a:prstGeom>
      </dgm:spPr>
    </dgm:pt>
    <dgm:pt modelId="{B5B58B96-8894-459F-B551-E4F4A4BD95B8}" type="pres">
      <dgm:prSet presAssocID="{D11EA6CB-E8CE-45C4-9DB4-47DBDF032950}" presName="text_2" presStyleLbl="node1" presStyleIdx="1" presStyleCnt="5">
        <dgm:presLayoutVars>
          <dgm:bulletEnabled val="1"/>
        </dgm:presLayoutVars>
      </dgm:prSet>
      <dgm:spPr/>
    </dgm:pt>
    <dgm:pt modelId="{99D6D8FF-634E-49A5-9FC6-6E6A738EE34E}" type="pres">
      <dgm:prSet presAssocID="{D11EA6CB-E8CE-45C4-9DB4-47DBDF032950}" presName="accent_2" presStyleCnt="0"/>
      <dgm:spPr/>
    </dgm:pt>
    <dgm:pt modelId="{89A0BFA2-9D69-47D2-A851-621071E6D277}" type="pres">
      <dgm:prSet presAssocID="{D11EA6CB-E8CE-45C4-9DB4-47DBDF032950}" presName="accentRepeatNode" presStyleLbl="solidFgAcc1" presStyleIdx="1" presStyleCnt="5"/>
      <dgm:spPr>
        <a:prstGeom prst="stripedRightArrow">
          <a:avLst/>
        </a:prstGeom>
      </dgm:spPr>
    </dgm:pt>
    <dgm:pt modelId="{256CA5FE-5468-4FDC-A81B-429CFA6A02A9}" type="pres">
      <dgm:prSet presAssocID="{51879A90-4847-4BA8-BA26-5DBE26AE5D95}" presName="text_3" presStyleLbl="node1" presStyleIdx="2" presStyleCnt="5">
        <dgm:presLayoutVars>
          <dgm:bulletEnabled val="1"/>
        </dgm:presLayoutVars>
      </dgm:prSet>
      <dgm:spPr/>
    </dgm:pt>
    <dgm:pt modelId="{3BC33A2F-CE5C-420D-B3B2-458396BB1A07}" type="pres">
      <dgm:prSet presAssocID="{51879A90-4847-4BA8-BA26-5DBE26AE5D95}" presName="accent_3" presStyleCnt="0"/>
      <dgm:spPr/>
    </dgm:pt>
    <dgm:pt modelId="{10806881-6E17-4568-9C1F-6C17290DA7FD}" type="pres">
      <dgm:prSet presAssocID="{51879A90-4847-4BA8-BA26-5DBE26AE5D95}" presName="accentRepeatNode" presStyleLbl="solidFgAcc1" presStyleIdx="2" presStyleCnt="5"/>
      <dgm:spPr>
        <a:prstGeom prst="stripedRightArrow">
          <a:avLst/>
        </a:prstGeom>
      </dgm:spPr>
    </dgm:pt>
    <dgm:pt modelId="{4D3BE53E-F3C0-4AD5-ACED-B4A3AC6BD59E}" type="pres">
      <dgm:prSet presAssocID="{25F7F3EB-A1A1-49E0-82E0-39D8675932CA}" presName="text_4" presStyleLbl="node1" presStyleIdx="3" presStyleCnt="5">
        <dgm:presLayoutVars>
          <dgm:bulletEnabled val="1"/>
        </dgm:presLayoutVars>
      </dgm:prSet>
      <dgm:spPr/>
    </dgm:pt>
    <dgm:pt modelId="{D8A47495-09F1-455F-8A61-372FB1D1AC9C}" type="pres">
      <dgm:prSet presAssocID="{25F7F3EB-A1A1-49E0-82E0-39D8675932CA}" presName="accent_4" presStyleCnt="0"/>
      <dgm:spPr/>
    </dgm:pt>
    <dgm:pt modelId="{E38A81E8-8134-48FC-8526-A128F4453D29}" type="pres">
      <dgm:prSet presAssocID="{25F7F3EB-A1A1-49E0-82E0-39D8675932CA}" presName="accentRepeatNode" presStyleLbl="solidFgAcc1" presStyleIdx="3" presStyleCnt="5"/>
      <dgm:spPr>
        <a:prstGeom prst="stripedRightArrow">
          <a:avLst/>
        </a:prstGeom>
      </dgm:spPr>
    </dgm:pt>
    <dgm:pt modelId="{11BFA269-BF91-469C-9343-B89ABC7FE280}" type="pres">
      <dgm:prSet presAssocID="{5C664A99-952C-44BA-AFBF-13B649049F74}" presName="text_5" presStyleLbl="node1" presStyleIdx="4" presStyleCnt="5">
        <dgm:presLayoutVars>
          <dgm:bulletEnabled val="1"/>
        </dgm:presLayoutVars>
      </dgm:prSet>
      <dgm:spPr/>
    </dgm:pt>
    <dgm:pt modelId="{C60A8385-94ED-4E84-A727-CBCDC55BC592}" type="pres">
      <dgm:prSet presAssocID="{5C664A99-952C-44BA-AFBF-13B649049F74}" presName="accent_5" presStyleCnt="0"/>
      <dgm:spPr/>
    </dgm:pt>
    <dgm:pt modelId="{B5EBF354-62AC-49BF-9883-7CFCADD6FF8C}" type="pres">
      <dgm:prSet presAssocID="{5C664A99-952C-44BA-AFBF-13B649049F74}" presName="accentRepeatNode" presStyleLbl="solidFgAcc1" presStyleIdx="4" presStyleCnt="5"/>
      <dgm:spPr>
        <a:prstGeom prst="stripedRightArrow">
          <a:avLst/>
        </a:prstGeom>
      </dgm:spPr>
    </dgm:pt>
  </dgm:ptLst>
  <dgm:cxnLst>
    <dgm:cxn modelId="{DFAECA05-0D1C-4611-80C3-EEFC16B795C6}" srcId="{35943DD2-0257-44BE-8D77-DF137BAFE5AE}" destId="{51879A90-4847-4BA8-BA26-5DBE26AE5D95}" srcOrd="2" destOrd="0" parTransId="{117A933D-BA9A-4EE7-B119-DBE983F038B5}" sibTransId="{5CB0C085-EC06-4074-BAA5-C99070FB7F8E}"/>
    <dgm:cxn modelId="{747E9C25-194A-404F-A0F5-6AFB253044A1}" srcId="{35943DD2-0257-44BE-8D77-DF137BAFE5AE}" destId="{D11EA6CB-E8CE-45C4-9DB4-47DBDF032950}" srcOrd="1" destOrd="0" parTransId="{A1DF8A96-438F-4CA0-8E2A-F5DE00536C87}" sibTransId="{BE15C7BA-99F2-44EA-90A1-8B1B96EA53E0}"/>
    <dgm:cxn modelId="{33BE3538-D34F-4231-AD71-83E4FE57A5B2}" type="presOf" srcId="{D11EA6CB-E8CE-45C4-9DB4-47DBDF032950}" destId="{B5B58B96-8894-459F-B551-E4F4A4BD95B8}" srcOrd="0" destOrd="0" presId="urn:microsoft.com/office/officeart/2008/layout/VerticalCurvedList"/>
    <dgm:cxn modelId="{AA773962-0A9B-4598-83B2-D42479FEA83F}" type="presOf" srcId="{25F7F3EB-A1A1-49E0-82E0-39D8675932CA}" destId="{4D3BE53E-F3C0-4AD5-ACED-B4A3AC6BD59E}" srcOrd="0" destOrd="0" presId="urn:microsoft.com/office/officeart/2008/layout/VerticalCurvedList"/>
    <dgm:cxn modelId="{539BBA58-6FA7-459F-8B96-B2B1CE4AB797}" type="presOf" srcId="{193FCCD4-665D-43D6-9F5E-2F529ED4B79D}" destId="{F4133A08-9066-4004-B615-CCD4493A187A}" srcOrd="0" destOrd="0" presId="urn:microsoft.com/office/officeart/2008/layout/VerticalCurvedList"/>
    <dgm:cxn modelId="{C3221381-7593-459B-8941-A3E46AFC7D14}" type="presOf" srcId="{35943DD2-0257-44BE-8D77-DF137BAFE5AE}" destId="{083F1C5E-2631-4C96-BB59-A8E5A36C41A6}" srcOrd="0" destOrd="0" presId="urn:microsoft.com/office/officeart/2008/layout/VerticalCurvedList"/>
    <dgm:cxn modelId="{97E9E992-944C-4BB7-B227-22DDEF8AC227}" srcId="{35943DD2-0257-44BE-8D77-DF137BAFE5AE}" destId="{25F7F3EB-A1A1-49E0-82E0-39D8675932CA}" srcOrd="3" destOrd="0" parTransId="{A1B81411-1AC1-4A03-84FF-97ED6A670A4F}" sibTransId="{40FF2790-1109-4F31-9E68-A6A1EA0C485E}"/>
    <dgm:cxn modelId="{CC9C9E9B-DEAB-4F4F-B231-C823965BEEDE}" srcId="{35943DD2-0257-44BE-8D77-DF137BAFE5AE}" destId="{5C664A99-952C-44BA-AFBF-13B649049F74}" srcOrd="4" destOrd="0" parTransId="{E64976E5-A879-4FE8-80AD-08B572B769F1}" sibTransId="{9A2BA8F2-ECFB-43CC-A533-1EA4D3EF367F}"/>
    <dgm:cxn modelId="{000EEBA2-7B0D-420D-82A1-F1BF6508F8EA}" type="presOf" srcId="{51879A90-4847-4BA8-BA26-5DBE26AE5D95}" destId="{256CA5FE-5468-4FDC-A81B-429CFA6A02A9}" srcOrd="0" destOrd="0" presId="urn:microsoft.com/office/officeart/2008/layout/VerticalCurvedList"/>
    <dgm:cxn modelId="{A7C41DAA-B6C9-4592-B789-3B4ADA191A05}" type="presOf" srcId="{6CD230AB-BFC7-4AD3-B494-453DEF0BBBCA}" destId="{5FD56D5F-56F5-4EE2-83AA-093AED883F7D}" srcOrd="0" destOrd="0" presId="urn:microsoft.com/office/officeart/2008/layout/VerticalCurvedList"/>
    <dgm:cxn modelId="{B0D590B0-5D33-454C-9161-A4CF07B2FA1F}" srcId="{35943DD2-0257-44BE-8D77-DF137BAFE5AE}" destId="{193FCCD4-665D-43D6-9F5E-2F529ED4B79D}" srcOrd="0" destOrd="0" parTransId="{14D78CBB-4378-4579-84E2-17D92642A3E9}" sibTransId="{6CD230AB-BFC7-4AD3-B494-453DEF0BBBCA}"/>
    <dgm:cxn modelId="{C86CB5EE-E657-45FA-98C3-C7B1DD7C518C}" type="presOf" srcId="{5C664A99-952C-44BA-AFBF-13B649049F74}" destId="{11BFA269-BF91-469C-9343-B89ABC7FE280}" srcOrd="0" destOrd="0" presId="urn:microsoft.com/office/officeart/2008/layout/VerticalCurvedList"/>
    <dgm:cxn modelId="{949C2043-426C-4BD2-AB68-807E0D05CBBE}" type="presParOf" srcId="{083F1C5E-2631-4C96-BB59-A8E5A36C41A6}" destId="{B22A89DB-1911-4D1A-B2E4-74588C1DD716}" srcOrd="0" destOrd="0" presId="urn:microsoft.com/office/officeart/2008/layout/VerticalCurvedList"/>
    <dgm:cxn modelId="{26D808B0-7FAF-4333-9729-21460AE1C65F}" type="presParOf" srcId="{B22A89DB-1911-4D1A-B2E4-74588C1DD716}" destId="{F2BD9DC8-4613-4540-B0E3-4F3FE6472D59}" srcOrd="0" destOrd="0" presId="urn:microsoft.com/office/officeart/2008/layout/VerticalCurvedList"/>
    <dgm:cxn modelId="{D0168669-69BC-4178-AF6A-AEB693F3E715}" type="presParOf" srcId="{F2BD9DC8-4613-4540-B0E3-4F3FE6472D59}" destId="{ACE0FCE9-84B3-4F85-8C21-4AB4C52670A0}" srcOrd="0" destOrd="0" presId="urn:microsoft.com/office/officeart/2008/layout/VerticalCurvedList"/>
    <dgm:cxn modelId="{59FDE995-49A1-4360-BAEA-75C973C5132B}" type="presParOf" srcId="{F2BD9DC8-4613-4540-B0E3-4F3FE6472D59}" destId="{5FD56D5F-56F5-4EE2-83AA-093AED883F7D}" srcOrd="1" destOrd="0" presId="urn:microsoft.com/office/officeart/2008/layout/VerticalCurvedList"/>
    <dgm:cxn modelId="{589E3316-FE91-41A5-90D2-3963B4F9211A}" type="presParOf" srcId="{F2BD9DC8-4613-4540-B0E3-4F3FE6472D59}" destId="{56A171E7-84F1-442C-97C3-2F7E570A8F29}" srcOrd="2" destOrd="0" presId="urn:microsoft.com/office/officeart/2008/layout/VerticalCurvedList"/>
    <dgm:cxn modelId="{02B27789-6CC9-4379-A006-339D8B5547DF}" type="presParOf" srcId="{F2BD9DC8-4613-4540-B0E3-4F3FE6472D59}" destId="{5FA3E1AA-E28D-4FB4-8DD5-31C6D812C0AC}" srcOrd="3" destOrd="0" presId="urn:microsoft.com/office/officeart/2008/layout/VerticalCurvedList"/>
    <dgm:cxn modelId="{37E0420C-F54F-4574-B294-EEC208950BDF}" type="presParOf" srcId="{B22A89DB-1911-4D1A-B2E4-74588C1DD716}" destId="{F4133A08-9066-4004-B615-CCD4493A187A}" srcOrd="1" destOrd="0" presId="urn:microsoft.com/office/officeart/2008/layout/VerticalCurvedList"/>
    <dgm:cxn modelId="{946A5058-E26E-4483-987D-1858C763428B}" type="presParOf" srcId="{B22A89DB-1911-4D1A-B2E4-74588C1DD716}" destId="{AC6FF81F-C54C-4750-AFB3-848021BCB166}" srcOrd="2" destOrd="0" presId="urn:microsoft.com/office/officeart/2008/layout/VerticalCurvedList"/>
    <dgm:cxn modelId="{62943B67-0B31-40F2-A6FA-014D6E3996D7}" type="presParOf" srcId="{AC6FF81F-C54C-4750-AFB3-848021BCB166}" destId="{FE63B047-F8F5-420E-83A2-8DAC3BD23AAB}" srcOrd="0" destOrd="0" presId="urn:microsoft.com/office/officeart/2008/layout/VerticalCurvedList"/>
    <dgm:cxn modelId="{1485FDB7-29E1-467E-8167-48725BC2DAF2}" type="presParOf" srcId="{B22A89DB-1911-4D1A-B2E4-74588C1DD716}" destId="{B5B58B96-8894-459F-B551-E4F4A4BD95B8}" srcOrd="3" destOrd="0" presId="urn:microsoft.com/office/officeart/2008/layout/VerticalCurvedList"/>
    <dgm:cxn modelId="{4B9F1102-9257-491C-8DCB-3A570BEB1A05}" type="presParOf" srcId="{B22A89DB-1911-4D1A-B2E4-74588C1DD716}" destId="{99D6D8FF-634E-49A5-9FC6-6E6A738EE34E}" srcOrd="4" destOrd="0" presId="urn:microsoft.com/office/officeart/2008/layout/VerticalCurvedList"/>
    <dgm:cxn modelId="{B5EFBD7E-C595-4C16-B619-2EBA79D085DD}" type="presParOf" srcId="{99D6D8FF-634E-49A5-9FC6-6E6A738EE34E}" destId="{89A0BFA2-9D69-47D2-A851-621071E6D277}" srcOrd="0" destOrd="0" presId="urn:microsoft.com/office/officeart/2008/layout/VerticalCurvedList"/>
    <dgm:cxn modelId="{F0F832C6-FB36-43CA-9C71-2D9197C36496}" type="presParOf" srcId="{B22A89DB-1911-4D1A-B2E4-74588C1DD716}" destId="{256CA5FE-5468-4FDC-A81B-429CFA6A02A9}" srcOrd="5" destOrd="0" presId="urn:microsoft.com/office/officeart/2008/layout/VerticalCurvedList"/>
    <dgm:cxn modelId="{FFC9B6BF-BDD4-4C24-850F-A29B8EC9A0EA}" type="presParOf" srcId="{B22A89DB-1911-4D1A-B2E4-74588C1DD716}" destId="{3BC33A2F-CE5C-420D-B3B2-458396BB1A07}" srcOrd="6" destOrd="0" presId="urn:microsoft.com/office/officeart/2008/layout/VerticalCurvedList"/>
    <dgm:cxn modelId="{CA866C08-B703-43CE-82DD-58E745F308B6}" type="presParOf" srcId="{3BC33A2F-CE5C-420D-B3B2-458396BB1A07}" destId="{10806881-6E17-4568-9C1F-6C17290DA7FD}" srcOrd="0" destOrd="0" presId="urn:microsoft.com/office/officeart/2008/layout/VerticalCurvedList"/>
    <dgm:cxn modelId="{4F9872CE-F7DB-409B-A5AB-6BF03A42E3B2}" type="presParOf" srcId="{B22A89DB-1911-4D1A-B2E4-74588C1DD716}" destId="{4D3BE53E-F3C0-4AD5-ACED-B4A3AC6BD59E}" srcOrd="7" destOrd="0" presId="urn:microsoft.com/office/officeart/2008/layout/VerticalCurvedList"/>
    <dgm:cxn modelId="{6BABA30D-B556-4535-B56E-3F851DED7A82}" type="presParOf" srcId="{B22A89DB-1911-4D1A-B2E4-74588C1DD716}" destId="{D8A47495-09F1-455F-8A61-372FB1D1AC9C}" srcOrd="8" destOrd="0" presId="urn:microsoft.com/office/officeart/2008/layout/VerticalCurvedList"/>
    <dgm:cxn modelId="{61D78291-A534-4FC6-B404-75590C81DA68}" type="presParOf" srcId="{D8A47495-09F1-455F-8A61-372FB1D1AC9C}" destId="{E38A81E8-8134-48FC-8526-A128F4453D29}" srcOrd="0" destOrd="0" presId="urn:microsoft.com/office/officeart/2008/layout/VerticalCurvedList"/>
    <dgm:cxn modelId="{4C4F9249-73A7-4180-9A4A-5944217F8825}" type="presParOf" srcId="{B22A89DB-1911-4D1A-B2E4-74588C1DD716}" destId="{11BFA269-BF91-469C-9343-B89ABC7FE280}" srcOrd="9" destOrd="0" presId="urn:microsoft.com/office/officeart/2008/layout/VerticalCurvedList"/>
    <dgm:cxn modelId="{D1E18E74-8EB0-45BD-A7A3-B6C835BF08EA}" type="presParOf" srcId="{B22A89DB-1911-4D1A-B2E4-74588C1DD716}" destId="{C60A8385-94ED-4E84-A727-CBCDC55BC592}" srcOrd="10" destOrd="0" presId="urn:microsoft.com/office/officeart/2008/layout/VerticalCurvedList"/>
    <dgm:cxn modelId="{AB356887-3FDD-4747-A1C8-7AD88AFCD105}" type="presParOf" srcId="{C60A8385-94ED-4E84-A727-CBCDC55BC592}" destId="{B5EBF354-62AC-49BF-9883-7CFCADD6FF8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A3C96-5D5A-4CC7-872E-D5ABF0845FBE}">
      <dsp:nvSpPr>
        <dsp:cNvPr id="0" name=""/>
        <dsp:cNvSpPr/>
      </dsp:nvSpPr>
      <dsp:spPr>
        <a:xfrm>
          <a:off x="0" y="573"/>
          <a:ext cx="5756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EE8B7-D289-40E5-91D6-BF8C885AB963}">
      <dsp:nvSpPr>
        <dsp:cNvPr id="0" name=""/>
        <dsp:cNvSpPr/>
      </dsp:nvSpPr>
      <dsp:spPr>
        <a:xfrm>
          <a:off x="0" y="573"/>
          <a:ext cx="5756275" cy="469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Business Context &amp; Objectives</a:t>
          </a:r>
          <a:endParaRPr lang="en-US" sz="2100" kern="1200"/>
        </a:p>
      </dsp:txBody>
      <dsp:txXfrm>
        <a:off x="0" y="573"/>
        <a:ext cx="5756275" cy="469626"/>
      </dsp:txXfrm>
    </dsp:sp>
    <dsp:sp modelId="{E791E270-9C47-4703-8855-1531665A819B}">
      <dsp:nvSpPr>
        <dsp:cNvPr id="0" name=""/>
        <dsp:cNvSpPr/>
      </dsp:nvSpPr>
      <dsp:spPr>
        <a:xfrm>
          <a:off x="0" y="470200"/>
          <a:ext cx="5756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52A26-1CED-4319-B904-0449D62E38BA}">
      <dsp:nvSpPr>
        <dsp:cNvPr id="0" name=""/>
        <dsp:cNvSpPr/>
      </dsp:nvSpPr>
      <dsp:spPr>
        <a:xfrm>
          <a:off x="0" y="470200"/>
          <a:ext cx="5756275" cy="469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Solution Scope &amp; NFRs</a:t>
          </a:r>
          <a:endParaRPr lang="en-US" sz="2100" kern="1200"/>
        </a:p>
      </dsp:txBody>
      <dsp:txXfrm>
        <a:off x="0" y="470200"/>
        <a:ext cx="5756275" cy="469626"/>
      </dsp:txXfrm>
    </dsp:sp>
    <dsp:sp modelId="{717BF1C8-7990-4A56-AA60-582FA62E84E7}">
      <dsp:nvSpPr>
        <dsp:cNvPr id="0" name=""/>
        <dsp:cNvSpPr/>
      </dsp:nvSpPr>
      <dsp:spPr>
        <a:xfrm>
          <a:off x="0" y="939826"/>
          <a:ext cx="5756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1C405-AB91-4D6A-B451-54135609FF02}">
      <dsp:nvSpPr>
        <dsp:cNvPr id="0" name=""/>
        <dsp:cNvSpPr/>
      </dsp:nvSpPr>
      <dsp:spPr>
        <a:xfrm>
          <a:off x="0" y="939826"/>
          <a:ext cx="5756275" cy="469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Target Architecture</a:t>
          </a:r>
          <a:endParaRPr lang="en-US" sz="2100" kern="1200"/>
        </a:p>
      </dsp:txBody>
      <dsp:txXfrm>
        <a:off x="0" y="939826"/>
        <a:ext cx="5756275" cy="469626"/>
      </dsp:txXfrm>
    </dsp:sp>
    <dsp:sp modelId="{23CE60EC-AE33-4E0D-9611-D1BE90A15DCC}">
      <dsp:nvSpPr>
        <dsp:cNvPr id="0" name=""/>
        <dsp:cNvSpPr/>
      </dsp:nvSpPr>
      <dsp:spPr>
        <a:xfrm>
          <a:off x="0" y="1409453"/>
          <a:ext cx="5756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C36FD-6C1F-4E23-BD05-86367C43C4C4}">
      <dsp:nvSpPr>
        <dsp:cNvPr id="0" name=""/>
        <dsp:cNvSpPr/>
      </dsp:nvSpPr>
      <dsp:spPr>
        <a:xfrm>
          <a:off x="0" y="1409453"/>
          <a:ext cx="5756275" cy="469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Agile Delivery Strategy</a:t>
          </a:r>
          <a:endParaRPr lang="en-US" sz="2100" kern="1200"/>
        </a:p>
      </dsp:txBody>
      <dsp:txXfrm>
        <a:off x="0" y="1409453"/>
        <a:ext cx="5756275" cy="469626"/>
      </dsp:txXfrm>
    </dsp:sp>
    <dsp:sp modelId="{50F9F1F9-4630-4C97-B44F-C077C3699BE0}">
      <dsp:nvSpPr>
        <dsp:cNvPr id="0" name=""/>
        <dsp:cNvSpPr/>
      </dsp:nvSpPr>
      <dsp:spPr>
        <a:xfrm>
          <a:off x="0" y="1879079"/>
          <a:ext cx="5756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111E54-3BC9-4BE9-BAD2-334C7403B6CE}">
      <dsp:nvSpPr>
        <dsp:cNvPr id="0" name=""/>
        <dsp:cNvSpPr/>
      </dsp:nvSpPr>
      <dsp:spPr>
        <a:xfrm>
          <a:off x="0" y="1879079"/>
          <a:ext cx="5756275" cy="469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Delivery Organization &amp; Resource Model</a:t>
          </a:r>
          <a:endParaRPr lang="en-US" sz="2100" kern="1200"/>
        </a:p>
      </dsp:txBody>
      <dsp:txXfrm>
        <a:off x="0" y="1879079"/>
        <a:ext cx="5756275" cy="469626"/>
      </dsp:txXfrm>
    </dsp:sp>
    <dsp:sp modelId="{28CBD39B-84C2-4174-AA06-4798BCC7FC96}">
      <dsp:nvSpPr>
        <dsp:cNvPr id="0" name=""/>
        <dsp:cNvSpPr/>
      </dsp:nvSpPr>
      <dsp:spPr>
        <a:xfrm>
          <a:off x="0" y="2348706"/>
          <a:ext cx="5756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088D2-9AD7-4EA2-8F37-569D510E84DA}">
      <dsp:nvSpPr>
        <dsp:cNvPr id="0" name=""/>
        <dsp:cNvSpPr/>
      </dsp:nvSpPr>
      <dsp:spPr>
        <a:xfrm>
          <a:off x="0" y="2348706"/>
          <a:ext cx="5756275" cy="469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Estimation &amp; Capacity Planning</a:t>
          </a:r>
          <a:endParaRPr lang="en-US" sz="2100" kern="1200"/>
        </a:p>
      </dsp:txBody>
      <dsp:txXfrm>
        <a:off x="0" y="2348706"/>
        <a:ext cx="5756275" cy="469626"/>
      </dsp:txXfrm>
    </dsp:sp>
    <dsp:sp modelId="{7A2BBD77-FE97-4FEC-87CC-79D739DB6A7A}">
      <dsp:nvSpPr>
        <dsp:cNvPr id="0" name=""/>
        <dsp:cNvSpPr/>
      </dsp:nvSpPr>
      <dsp:spPr>
        <a:xfrm>
          <a:off x="0" y="2818333"/>
          <a:ext cx="5756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1DD7E-C3D5-4A90-A047-59A38E1100B4}">
      <dsp:nvSpPr>
        <dsp:cNvPr id="0" name=""/>
        <dsp:cNvSpPr/>
      </dsp:nvSpPr>
      <dsp:spPr>
        <a:xfrm>
          <a:off x="0" y="2818333"/>
          <a:ext cx="5756275" cy="469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Engineering &amp; Delivery Framework</a:t>
          </a:r>
          <a:endParaRPr lang="en-US" sz="2100" kern="1200"/>
        </a:p>
      </dsp:txBody>
      <dsp:txXfrm>
        <a:off x="0" y="2818333"/>
        <a:ext cx="5756275" cy="469626"/>
      </dsp:txXfrm>
    </dsp:sp>
    <dsp:sp modelId="{F9226C52-F101-4512-9E3D-6F61D2D2F73F}">
      <dsp:nvSpPr>
        <dsp:cNvPr id="0" name=""/>
        <dsp:cNvSpPr/>
      </dsp:nvSpPr>
      <dsp:spPr>
        <a:xfrm>
          <a:off x="0" y="3287959"/>
          <a:ext cx="5756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85BB7-670B-42D7-A365-D8515097A3CA}">
      <dsp:nvSpPr>
        <dsp:cNvPr id="0" name=""/>
        <dsp:cNvSpPr/>
      </dsp:nvSpPr>
      <dsp:spPr>
        <a:xfrm>
          <a:off x="0" y="3287959"/>
          <a:ext cx="5756275" cy="469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Governance, Risks &amp; Assumptions</a:t>
          </a:r>
          <a:endParaRPr lang="en-US" sz="2100" kern="1200"/>
        </a:p>
      </dsp:txBody>
      <dsp:txXfrm>
        <a:off x="0" y="3287959"/>
        <a:ext cx="5756275" cy="469626"/>
      </dsp:txXfrm>
    </dsp:sp>
    <dsp:sp modelId="{A1349DA4-016B-41A0-8504-5EC4B9B04C03}">
      <dsp:nvSpPr>
        <dsp:cNvPr id="0" name=""/>
        <dsp:cNvSpPr/>
      </dsp:nvSpPr>
      <dsp:spPr>
        <a:xfrm>
          <a:off x="0" y="3757586"/>
          <a:ext cx="5756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6FA444-526F-4037-AC1B-68211B335EAE}">
      <dsp:nvSpPr>
        <dsp:cNvPr id="0" name=""/>
        <dsp:cNvSpPr/>
      </dsp:nvSpPr>
      <dsp:spPr>
        <a:xfrm>
          <a:off x="0" y="3757586"/>
          <a:ext cx="5756275" cy="469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Engagement Model</a:t>
          </a:r>
          <a:endParaRPr lang="en-US" sz="2100" kern="1200"/>
        </a:p>
      </dsp:txBody>
      <dsp:txXfrm>
        <a:off x="0" y="3757586"/>
        <a:ext cx="5756275" cy="469626"/>
      </dsp:txXfrm>
    </dsp:sp>
    <dsp:sp modelId="{0657EBC7-F1A5-40AF-824C-AB19D38E3948}">
      <dsp:nvSpPr>
        <dsp:cNvPr id="0" name=""/>
        <dsp:cNvSpPr/>
      </dsp:nvSpPr>
      <dsp:spPr>
        <a:xfrm>
          <a:off x="0" y="4227212"/>
          <a:ext cx="5756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10387D-CE4E-478A-A0CD-C92D72E89729}">
      <dsp:nvSpPr>
        <dsp:cNvPr id="0" name=""/>
        <dsp:cNvSpPr/>
      </dsp:nvSpPr>
      <dsp:spPr>
        <a:xfrm>
          <a:off x="0" y="4227212"/>
          <a:ext cx="5756275" cy="469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Key Takeaways</a:t>
          </a:r>
          <a:endParaRPr lang="en-US" sz="2100" kern="1200"/>
        </a:p>
      </dsp:txBody>
      <dsp:txXfrm>
        <a:off x="0" y="4227212"/>
        <a:ext cx="5756275" cy="4696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F3EC4-F7EC-42F9-BA2D-C96760400535}">
      <dsp:nvSpPr>
        <dsp:cNvPr id="0" name=""/>
        <dsp:cNvSpPr/>
      </dsp:nvSpPr>
      <dsp:spPr>
        <a:xfrm>
          <a:off x="862578" y="828721"/>
          <a:ext cx="680279" cy="7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01955-2A9B-4719-957F-575735CA81C9}">
      <dsp:nvSpPr>
        <dsp:cNvPr id="0" name=""/>
        <dsp:cNvSpPr/>
      </dsp:nvSpPr>
      <dsp:spPr>
        <a:xfrm>
          <a:off x="1583674" y="771558"/>
          <a:ext cx="78232" cy="147076"/>
        </a:xfrm>
        <a:prstGeom prst="chevron">
          <a:avLst>
            <a:gd name="adj" fmla="val 9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BC41C6-EEEF-4F8F-94F7-FA5A2ACC007F}">
      <dsp:nvSpPr>
        <dsp:cNvPr id="0" name=""/>
        <dsp:cNvSpPr/>
      </dsp:nvSpPr>
      <dsp:spPr>
        <a:xfrm>
          <a:off x="451772" y="502986"/>
          <a:ext cx="651541" cy="65154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l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l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283" tIns="25283" rIns="25283" bIns="25283" numCol="1" spcCol="1270" anchor="ctr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/>
            <a:t>Sprint 0</a:t>
          </a:r>
          <a:endParaRPr lang="en-US" sz="1600" b="1" kern="1200" dirty="0"/>
        </a:p>
      </dsp:txBody>
      <dsp:txXfrm>
        <a:off x="547188" y="598402"/>
        <a:ext cx="460709" cy="460709"/>
      </dsp:txXfrm>
    </dsp:sp>
    <dsp:sp modelId="{542D5C10-8D47-4DAB-B968-D3CAFC564CEA}">
      <dsp:nvSpPr>
        <dsp:cNvPr id="0" name=""/>
        <dsp:cNvSpPr/>
      </dsp:nvSpPr>
      <dsp:spPr>
        <a:xfrm>
          <a:off x="12228" y="1320120"/>
          <a:ext cx="1530628" cy="3263203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738" tIns="165100" rIns="120738" bIns="165100" numCol="1" spcCol="1270" anchor="t" anchorCtr="0">
          <a:noAutofit/>
        </a:bodyPr>
        <a:lstStyle/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Discovery &amp; Architecture (3 Weeks)</a:t>
          </a:r>
          <a:endParaRPr lang="en-US" sz="800" kern="1200" dirty="0"/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Objective: </a:t>
          </a:r>
          <a:r>
            <a:rPr lang="en-US" sz="800" b="0" kern="1200" dirty="0"/>
            <a:t>Understand current platform and define architecture &amp; MVP scope. Use of </a:t>
          </a:r>
          <a:r>
            <a:rPr lang="en-US" sz="800" b="1" kern="1200" dirty="0"/>
            <a:t>Generative AI</a:t>
          </a:r>
          <a:r>
            <a:rPr lang="en-US" sz="800" b="0" kern="1200" dirty="0"/>
            <a:t> to analyze existing system, legacy APIs, data models and documentation.  </a:t>
          </a:r>
          <a:endParaRPr lang="en-US" sz="800" b="1" kern="1200" dirty="0"/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Deliverables</a:t>
          </a:r>
          <a:endParaRPr lang="en-US" sz="800" kern="1200" dirty="0"/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Current system assessment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Target architecture definition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Product backlog creation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NFR validation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DevOps &amp; environment setup</a:t>
          </a:r>
        </a:p>
      </dsp:txBody>
      <dsp:txXfrm>
        <a:off x="12228" y="1626246"/>
        <a:ext cx="1530628" cy="2957077"/>
      </dsp:txXfrm>
    </dsp:sp>
    <dsp:sp modelId="{724B0C07-D160-4BB8-951A-5071B807BFCC}">
      <dsp:nvSpPr>
        <dsp:cNvPr id="0" name=""/>
        <dsp:cNvSpPr/>
      </dsp:nvSpPr>
      <dsp:spPr>
        <a:xfrm>
          <a:off x="1712927" y="828737"/>
          <a:ext cx="1530628" cy="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4F824-B50E-4487-80D7-6CDEA941444A}">
      <dsp:nvSpPr>
        <dsp:cNvPr id="0" name=""/>
        <dsp:cNvSpPr/>
      </dsp:nvSpPr>
      <dsp:spPr>
        <a:xfrm>
          <a:off x="3284373" y="771571"/>
          <a:ext cx="78232" cy="147091"/>
        </a:xfrm>
        <a:prstGeom prst="chevron">
          <a:avLst>
            <a:gd name="adj" fmla="val 9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EDA65-88FE-49ED-A836-0A5F6ECA8D4D}">
      <dsp:nvSpPr>
        <dsp:cNvPr id="0" name=""/>
        <dsp:cNvSpPr/>
      </dsp:nvSpPr>
      <dsp:spPr>
        <a:xfrm>
          <a:off x="2152471" y="503002"/>
          <a:ext cx="651541" cy="65154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l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l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283" tIns="25283" rIns="25283" bIns="25283" numCol="1" spcCol="1270" anchor="ctr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It-1</a:t>
          </a:r>
          <a:endParaRPr lang="en-US" sz="1050" b="1" kern="1200" dirty="0"/>
        </a:p>
      </dsp:txBody>
      <dsp:txXfrm>
        <a:off x="2247887" y="598418"/>
        <a:ext cx="460709" cy="460709"/>
      </dsp:txXfrm>
    </dsp:sp>
    <dsp:sp modelId="{81FB7FC7-5736-4B06-B165-7D6008DBBAC6}">
      <dsp:nvSpPr>
        <dsp:cNvPr id="0" name=""/>
        <dsp:cNvSpPr/>
      </dsp:nvSpPr>
      <dsp:spPr>
        <a:xfrm>
          <a:off x="1712927" y="1320160"/>
          <a:ext cx="1530628" cy="3263203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738" tIns="165100" rIns="120738" bIns="165100" numCol="1" spcCol="1270" anchor="t" anchorCtr="0">
          <a:noAutofit/>
        </a:bodyPr>
        <a:lstStyle/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Platform Foundation (Sprint 1-2)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Goal: </a:t>
          </a:r>
          <a:r>
            <a:rPr lang="en-US" sz="800" b="0" kern="1200" dirty="0"/>
            <a:t>Establish core platform capabilities.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Sprint 1</a:t>
          </a:r>
          <a:endParaRPr lang="en-US" sz="800" kern="1200" dirty="0"/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User authentication &amp; RBAC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Web application framework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Core API framework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Supplier onboarding 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Sprint 2</a:t>
          </a:r>
          <a:endParaRPr lang="en-US" sz="800" kern="1200" dirty="0"/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Supplier management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Inventory management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Order creation workflow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Initial database setup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Deliverable</a:t>
          </a:r>
          <a:br>
            <a:rPr lang="en-US" sz="800" b="1" kern="1200" dirty="0"/>
          </a:br>
          <a:r>
            <a:rPr lang="en-US" sz="800" b="1" kern="1200" dirty="0"/>
            <a:t>👉 </a:t>
          </a:r>
          <a:r>
            <a:rPr lang="en-US" sz="800" b="0" kern="1200" dirty="0"/>
            <a:t>Core platform ready</a:t>
          </a:r>
        </a:p>
      </dsp:txBody>
      <dsp:txXfrm>
        <a:off x="1712927" y="1626286"/>
        <a:ext cx="1530628" cy="2957077"/>
      </dsp:txXfrm>
    </dsp:sp>
    <dsp:sp modelId="{07878D92-756F-4729-BC2E-8A97D8ACE6D1}">
      <dsp:nvSpPr>
        <dsp:cNvPr id="0" name=""/>
        <dsp:cNvSpPr/>
      </dsp:nvSpPr>
      <dsp:spPr>
        <a:xfrm>
          <a:off x="3413626" y="828737"/>
          <a:ext cx="1530628" cy="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90ED4-D13F-4EAA-B3A8-93F453B3687B}">
      <dsp:nvSpPr>
        <dsp:cNvPr id="0" name=""/>
        <dsp:cNvSpPr/>
      </dsp:nvSpPr>
      <dsp:spPr>
        <a:xfrm>
          <a:off x="4985072" y="771571"/>
          <a:ext cx="78232" cy="147091"/>
        </a:xfrm>
        <a:prstGeom prst="chevron">
          <a:avLst>
            <a:gd name="adj" fmla="val 9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D7E0F-0A42-4365-9A66-B93590B0B60A}">
      <dsp:nvSpPr>
        <dsp:cNvPr id="0" name=""/>
        <dsp:cNvSpPr/>
      </dsp:nvSpPr>
      <dsp:spPr>
        <a:xfrm>
          <a:off x="3853170" y="503002"/>
          <a:ext cx="651541" cy="65154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l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l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71" tIns="25471" rIns="25471" bIns="25471" numCol="1" spcCol="1270" anchor="ctr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>
              <a:latin typeface="Century Gothic" panose="020B0502020202020204"/>
              <a:ea typeface="+mn-ea"/>
              <a:cs typeface="+mn-cs"/>
            </a:rPr>
            <a:t>It-2</a:t>
          </a:r>
          <a:endParaRPr lang="en-US" sz="1050" b="1" kern="1200" dirty="0">
            <a:latin typeface="Century Gothic" panose="020B0502020202020204"/>
            <a:ea typeface="+mn-ea"/>
            <a:cs typeface="+mn-cs"/>
          </a:endParaRPr>
        </a:p>
      </dsp:txBody>
      <dsp:txXfrm>
        <a:off x="3948586" y="598418"/>
        <a:ext cx="460709" cy="460709"/>
      </dsp:txXfrm>
    </dsp:sp>
    <dsp:sp modelId="{D484CAB0-C92A-4C99-81EC-98A5C328DE26}">
      <dsp:nvSpPr>
        <dsp:cNvPr id="0" name=""/>
        <dsp:cNvSpPr/>
      </dsp:nvSpPr>
      <dsp:spPr>
        <a:xfrm>
          <a:off x="3413626" y="1320160"/>
          <a:ext cx="1530628" cy="3263203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738" tIns="165100" rIns="120738" bIns="165100" numCol="1" spcCol="1270" anchor="t" anchorCtr="0">
          <a:noAutofit/>
        </a:bodyPr>
        <a:lstStyle/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MVP Delivery (Sprints 3–4)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Goal: </a:t>
          </a:r>
          <a:r>
            <a:rPr lang="en-US" sz="800" b="0" kern="1200" dirty="0"/>
            <a:t>Deliver first usable supply chain platform.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Sprint 3</a:t>
          </a:r>
          <a:endParaRPr lang="en-US" sz="800" kern="1200" dirty="0"/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Inventory workflows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Order lifecycle tracking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Supplier catalog integration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Notifications (basic)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Sprint 4</a:t>
          </a:r>
          <a:endParaRPr lang="en-US" sz="800" kern="1200" dirty="0"/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Shipment tracking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Web portal enhancements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Supplier API integration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Operational dashboards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Deliverable</a:t>
          </a:r>
          <a:br>
            <a:rPr lang="en-US" sz="800" b="1" kern="1200" dirty="0"/>
          </a:br>
          <a:r>
            <a:rPr lang="en-US" sz="800" b="0" kern="1200" dirty="0"/>
            <a:t>👉 MVP Release (End of Sprint 4)</a:t>
          </a:r>
        </a:p>
      </dsp:txBody>
      <dsp:txXfrm>
        <a:off x="3413626" y="1626286"/>
        <a:ext cx="1530628" cy="2957077"/>
      </dsp:txXfrm>
    </dsp:sp>
    <dsp:sp modelId="{A63F6EB9-C093-4313-8F8C-0F78ADE369DB}">
      <dsp:nvSpPr>
        <dsp:cNvPr id="0" name=""/>
        <dsp:cNvSpPr/>
      </dsp:nvSpPr>
      <dsp:spPr>
        <a:xfrm>
          <a:off x="5114325" y="828737"/>
          <a:ext cx="1530628" cy="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84A8D2-B622-4A27-AE50-F7637BE02559}">
      <dsp:nvSpPr>
        <dsp:cNvPr id="0" name=""/>
        <dsp:cNvSpPr/>
      </dsp:nvSpPr>
      <dsp:spPr>
        <a:xfrm>
          <a:off x="6685771" y="771571"/>
          <a:ext cx="78232" cy="147091"/>
        </a:xfrm>
        <a:prstGeom prst="chevron">
          <a:avLst>
            <a:gd name="adj" fmla="val 9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DE767-A6C8-4DEC-9118-2F215DDB53B5}">
      <dsp:nvSpPr>
        <dsp:cNvPr id="0" name=""/>
        <dsp:cNvSpPr/>
      </dsp:nvSpPr>
      <dsp:spPr>
        <a:xfrm>
          <a:off x="5553868" y="503002"/>
          <a:ext cx="651541" cy="65154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l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l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71" tIns="25471" rIns="25471" bIns="25471" numCol="1" spcCol="1270" anchor="ctr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>
              <a:latin typeface="Century Gothic" panose="020B0502020202020204"/>
              <a:ea typeface="+mn-ea"/>
              <a:cs typeface="+mn-cs"/>
            </a:rPr>
            <a:t>It-3</a:t>
          </a:r>
          <a:endParaRPr lang="en-US" sz="1050" b="1" kern="1200" dirty="0">
            <a:latin typeface="Century Gothic" panose="020B0502020202020204"/>
            <a:ea typeface="+mn-ea"/>
            <a:cs typeface="+mn-cs"/>
          </a:endParaRPr>
        </a:p>
      </dsp:txBody>
      <dsp:txXfrm>
        <a:off x="5649284" y="598418"/>
        <a:ext cx="460709" cy="460709"/>
      </dsp:txXfrm>
    </dsp:sp>
    <dsp:sp modelId="{48CF7229-775B-4385-88D3-DB799447AD84}">
      <dsp:nvSpPr>
        <dsp:cNvPr id="0" name=""/>
        <dsp:cNvSpPr/>
      </dsp:nvSpPr>
      <dsp:spPr>
        <a:xfrm>
          <a:off x="5114325" y="1320160"/>
          <a:ext cx="1530628" cy="3263203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738" tIns="165100" rIns="120738" bIns="165100" numCol="1" spcCol="1270" anchor="t" anchorCtr="0">
          <a:noAutofit/>
        </a:bodyPr>
        <a:lstStyle/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Mobile &amp; Integrations (Sprints 5–6)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Goal: </a:t>
          </a:r>
          <a:r>
            <a:rPr lang="en-US" sz="800" b="0" kern="1200" dirty="0"/>
            <a:t>Expand access and external integrations.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Sprint 5</a:t>
          </a:r>
          <a:endParaRPr lang="en-US" sz="800" kern="1200" dirty="0"/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Android application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Supplier API integrations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Order tracking improvements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Sprint 6</a:t>
          </a:r>
          <a:endParaRPr lang="en-US" sz="800" kern="1200" dirty="0"/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Logistics partner integration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Shipment tracking enhancements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Notification improvements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Deliverable</a:t>
          </a:r>
          <a:br>
            <a:rPr lang="en-US" sz="800" b="1" kern="1200" dirty="0"/>
          </a:br>
          <a:r>
            <a:rPr lang="en-US" sz="800" b="1" kern="1200" dirty="0"/>
            <a:t>👉 </a:t>
          </a:r>
          <a:r>
            <a:rPr lang="en-US" sz="800" b="0" kern="1200" dirty="0"/>
            <a:t>Multi-channel supply chain platform</a:t>
          </a:r>
        </a:p>
      </dsp:txBody>
      <dsp:txXfrm>
        <a:off x="5114325" y="1626286"/>
        <a:ext cx="1530628" cy="2957077"/>
      </dsp:txXfrm>
    </dsp:sp>
    <dsp:sp modelId="{5D7A8B5E-883F-47BB-8B04-946A64EE6A65}">
      <dsp:nvSpPr>
        <dsp:cNvPr id="0" name=""/>
        <dsp:cNvSpPr/>
      </dsp:nvSpPr>
      <dsp:spPr>
        <a:xfrm>
          <a:off x="6815024" y="828737"/>
          <a:ext cx="1530628" cy="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87029B-2E32-403C-A65F-DF82CBACC438}">
      <dsp:nvSpPr>
        <dsp:cNvPr id="0" name=""/>
        <dsp:cNvSpPr/>
      </dsp:nvSpPr>
      <dsp:spPr>
        <a:xfrm>
          <a:off x="8386469" y="771571"/>
          <a:ext cx="78232" cy="147091"/>
        </a:xfrm>
        <a:prstGeom prst="chevron">
          <a:avLst>
            <a:gd name="adj" fmla="val 9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4E537E-5DDD-4379-9E61-EB845B5FAA91}">
      <dsp:nvSpPr>
        <dsp:cNvPr id="0" name=""/>
        <dsp:cNvSpPr/>
      </dsp:nvSpPr>
      <dsp:spPr>
        <a:xfrm>
          <a:off x="7254567" y="503002"/>
          <a:ext cx="651541" cy="65154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l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l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71" tIns="25471" rIns="25471" bIns="25471" numCol="1" spcCol="1270" anchor="ctr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>
              <a:latin typeface="Century Gothic" panose="020B0502020202020204"/>
              <a:ea typeface="+mn-ea"/>
              <a:cs typeface="+mn-cs"/>
            </a:rPr>
            <a:t>It-4</a:t>
          </a:r>
          <a:endParaRPr lang="en-US" sz="1050" b="1" kern="1200" dirty="0">
            <a:latin typeface="Century Gothic" panose="020B0502020202020204"/>
            <a:ea typeface="+mn-ea"/>
            <a:cs typeface="+mn-cs"/>
          </a:endParaRPr>
        </a:p>
      </dsp:txBody>
      <dsp:txXfrm>
        <a:off x="7349983" y="598418"/>
        <a:ext cx="460709" cy="460709"/>
      </dsp:txXfrm>
    </dsp:sp>
    <dsp:sp modelId="{A872E375-D9A5-48C6-A84F-3115F4E3DC01}">
      <dsp:nvSpPr>
        <dsp:cNvPr id="0" name=""/>
        <dsp:cNvSpPr/>
      </dsp:nvSpPr>
      <dsp:spPr>
        <a:xfrm>
          <a:off x="6815024" y="1320160"/>
          <a:ext cx="1530628" cy="3263203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738" tIns="165100" rIns="120738" bIns="165100" numCol="1" spcCol="1270" anchor="t" anchorCtr="0">
          <a:noAutofit/>
        </a:bodyPr>
        <a:lstStyle/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Scalability &amp; Reliability (Sprints 7–8)</a:t>
          </a:r>
          <a:endParaRPr lang="en-US" sz="800" kern="1200" dirty="0"/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Goal: </a:t>
          </a:r>
          <a:r>
            <a:rPr lang="en-US" sz="800" b="0" kern="1200" dirty="0"/>
            <a:t>Improve platform scalability and operational maturity.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Sprint 7</a:t>
          </a:r>
          <a:endParaRPr lang="en-US" sz="800" kern="1200" dirty="0"/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Event-driven messaging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Performance optimization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Auto-scaling setup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Sprint 8</a:t>
          </a:r>
          <a:endParaRPr lang="en-US" sz="800" kern="1200" dirty="0"/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Monitoring &amp; observability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Security enhancements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/>
            <a:t>Integration hardening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Deliverable</a:t>
          </a:r>
          <a:br>
            <a:rPr lang="en-US" sz="800" b="1" kern="1200" dirty="0"/>
          </a:br>
          <a:r>
            <a:rPr lang="en-US" sz="800" b="0" kern="1200" dirty="0"/>
            <a:t>👉 Enterprise-grade scalable platform</a:t>
          </a:r>
        </a:p>
      </dsp:txBody>
      <dsp:txXfrm>
        <a:off x="6815024" y="1626286"/>
        <a:ext cx="1530628" cy="2957077"/>
      </dsp:txXfrm>
    </dsp:sp>
    <dsp:sp modelId="{C009E76A-B44A-41A9-B0F5-4DDC3A29C8BA}">
      <dsp:nvSpPr>
        <dsp:cNvPr id="0" name=""/>
        <dsp:cNvSpPr/>
      </dsp:nvSpPr>
      <dsp:spPr>
        <a:xfrm>
          <a:off x="8515723" y="828737"/>
          <a:ext cx="1530628" cy="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0DBD58-8987-4CEC-8CC9-18CBC6941324}">
      <dsp:nvSpPr>
        <dsp:cNvPr id="0" name=""/>
        <dsp:cNvSpPr/>
      </dsp:nvSpPr>
      <dsp:spPr>
        <a:xfrm>
          <a:off x="10087168" y="771571"/>
          <a:ext cx="78232" cy="147091"/>
        </a:xfrm>
        <a:prstGeom prst="chevron">
          <a:avLst>
            <a:gd name="adj" fmla="val 9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4EC7C-D53A-46FF-88D1-08E8E8AE2040}">
      <dsp:nvSpPr>
        <dsp:cNvPr id="0" name=""/>
        <dsp:cNvSpPr/>
      </dsp:nvSpPr>
      <dsp:spPr>
        <a:xfrm>
          <a:off x="8955266" y="503002"/>
          <a:ext cx="651541" cy="65154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l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l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283" tIns="25283" rIns="25283" bIns="25283" numCol="1" spcCol="1270" anchor="ctr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>
              <a:latin typeface="Century Gothic" panose="020B0502020202020204"/>
              <a:ea typeface="+mn-ea"/>
              <a:cs typeface="+mn-cs"/>
            </a:rPr>
            <a:t>It-5</a:t>
          </a:r>
          <a:endParaRPr lang="en-US" sz="1050" b="1" kern="1200" dirty="0">
            <a:latin typeface="Century Gothic" panose="020B0502020202020204"/>
            <a:ea typeface="+mn-ea"/>
            <a:cs typeface="+mn-cs"/>
          </a:endParaRPr>
        </a:p>
      </dsp:txBody>
      <dsp:txXfrm>
        <a:off x="9050682" y="598418"/>
        <a:ext cx="460709" cy="460709"/>
      </dsp:txXfrm>
    </dsp:sp>
    <dsp:sp modelId="{97B7D7AC-ABF6-471F-BB57-8E29653F843D}">
      <dsp:nvSpPr>
        <dsp:cNvPr id="0" name=""/>
        <dsp:cNvSpPr/>
      </dsp:nvSpPr>
      <dsp:spPr>
        <a:xfrm>
          <a:off x="8515723" y="1320160"/>
          <a:ext cx="1530628" cy="3263203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518" tIns="165100" rIns="141518" bIns="165100" numCol="1" spcCol="1270" anchor="t" anchorCtr="0">
          <a:noAutofit/>
        </a:bodyPr>
        <a:lstStyle/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Data &amp; Insights (Sprints 9–10)</a:t>
          </a:r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b="1" kern="1200" dirty="0"/>
            <a:t>Goal: </a:t>
          </a:r>
          <a:r>
            <a:rPr lang="en-US" sz="800" b="0" kern="1200" dirty="0"/>
            <a:t>Enable analytics and operational insights.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b="1" kern="1200" dirty="0"/>
            <a:t>Sprint 9</a:t>
          </a:r>
          <a:endParaRPr lang="en-US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Data pipelines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Reporting services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 dirty="0">
              <a:latin typeface="Century Gothic" panose="020B0502020202020204"/>
              <a:ea typeface="+mn-ea"/>
              <a:cs typeface="+mn-cs"/>
            </a:rPr>
            <a:t>Demand–supply analytics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b="1" kern="1200" dirty="0"/>
            <a:t>Sprint 10</a:t>
          </a:r>
          <a:endParaRPr lang="en-US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Power BI dashboards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Operational KPIs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Advanced analytics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b="1" kern="1200"/>
            <a:t>Deliverable</a:t>
          </a:r>
          <a:endParaRPr lang="en-US" sz="800" b="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b="0" kern="1200" dirty="0"/>
            <a:t>👉 Supply chain analytics &amp; insights</a:t>
          </a:r>
        </a:p>
      </dsp:txBody>
      <dsp:txXfrm>
        <a:off x="8515723" y="1626286"/>
        <a:ext cx="1530628" cy="2957077"/>
      </dsp:txXfrm>
    </dsp:sp>
    <dsp:sp modelId="{4F0FAF9F-D104-4A80-BD4C-C19CC9D8CEEA}">
      <dsp:nvSpPr>
        <dsp:cNvPr id="0" name=""/>
        <dsp:cNvSpPr/>
      </dsp:nvSpPr>
      <dsp:spPr>
        <a:xfrm>
          <a:off x="10216421" y="828737"/>
          <a:ext cx="766062" cy="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B17F2-40FD-4BEF-9973-F1B8E218E9E7}">
      <dsp:nvSpPr>
        <dsp:cNvPr id="0" name=""/>
        <dsp:cNvSpPr/>
      </dsp:nvSpPr>
      <dsp:spPr>
        <a:xfrm>
          <a:off x="10656713" y="503002"/>
          <a:ext cx="651541" cy="65154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l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l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283" tIns="25283" rIns="25283" bIns="25283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>
              <a:latin typeface="Century Gothic" panose="020B0502020202020204"/>
              <a:ea typeface="+mn-ea"/>
              <a:cs typeface="+mn-cs"/>
            </a:rPr>
            <a:t>Final</a:t>
          </a:r>
          <a:endParaRPr lang="en-US" sz="1050" b="1" kern="1200" dirty="0">
            <a:latin typeface="Century Gothic" panose="020B0502020202020204"/>
            <a:ea typeface="+mn-ea"/>
            <a:cs typeface="+mn-cs"/>
          </a:endParaRPr>
        </a:p>
      </dsp:txBody>
      <dsp:txXfrm>
        <a:off x="10752129" y="598418"/>
        <a:ext cx="460709" cy="460709"/>
      </dsp:txXfrm>
    </dsp:sp>
    <dsp:sp modelId="{8792CA1F-21DE-4683-B10C-587A8070EDA1}">
      <dsp:nvSpPr>
        <dsp:cNvPr id="0" name=""/>
        <dsp:cNvSpPr/>
      </dsp:nvSpPr>
      <dsp:spPr>
        <a:xfrm>
          <a:off x="10216421" y="1320160"/>
          <a:ext cx="1595565" cy="3263203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860" tIns="165100" rIns="125860" bIns="16510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Production Readiness</a:t>
          </a:r>
          <a:endParaRPr lang="en-US" sz="800" b="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b="1" kern="1200">
              <a:latin typeface="Century Gothic" panose="020B0502020202020204"/>
              <a:ea typeface="+mn-ea"/>
              <a:cs typeface="+mn-cs"/>
            </a:rPr>
            <a:t>Goal:</a:t>
          </a:r>
          <a:r>
            <a:rPr lang="en-US" sz="800" b="0" kern="1200">
              <a:latin typeface="Century Gothic" panose="020B0502020202020204"/>
              <a:ea typeface="+mn-ea"/>
              <a:cs typeface="+mn-cs"/>
            </a:rPr>
            <a:t> Prepare platform for production rollout.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b="1" kern="1200">
              <a:latin typeface="Century Gothic" panose="020B0502020202020204"/>
              <a:ea typeface="+mn-ea"/>
              <a:cs typeface="+mn-cs"/>
            </a:rPr>
            <a:t>Activities</a:t>
          </a:r>
          <a:endParaRPr lang="en-US" sz="800" b="1" kern="1200" dirty="0">
            <a:latin typeface="Century Gothic" panose="020B0502020202020204"/>
            <a:ea typeface="+mn-ea"/>
            <a:cs typeface="+mn-cs"/>
          </a:endParaRP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Performance &amp; load testing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Disaster recovery validation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Security validation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Production deployment preparation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US" sz="800" b="0" kern="1200">
              <a:latin typeface="Century Gothic" panose="020B0502020202020204"/>
              <a:ea typeface="+mn-ea"/>
              <a:cs typeface="+mn-cs"/>
            </a:rPr>
            <a:t>Documentation &amp; knowledge transfer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b="1" kern="1200">
              <a:latin typeface="Century Gothic" panose="020B0502020202020204"/>
              <a:ea typeface="+mn-ea"/>
              <a:cs typeface="+mn-cs"/>
            </a:rPr>
            <a:t>Deliverable</a:t>
          </a:r>
          <a:br>
            <a:rPr lang="en-US" sz="800" b="0" kern="1200">
              <a:latin typeface="Century Gothic" panose="020B0502020202020204"/>
              <a:ea typeface="+mn-ea"/>
              <a:cs typeface="+mn-cs"/>
            </a:rPr>
          </a:br>
          <a:r>
            <a:rPr lang="en-US" sz="800" b="0" kern="1200">
              <a:latin typeface="Century Gothic" panose="020B0502020202020204"/>
              <a:ea typeface="+mn-ea"/>
              <a:cs typeface="+mn-cs"/>
            </a:rPr>
            <a:t>👉 Production-ready platform</a:t>
          </a:r>
          <a:endParaRPr lang="en-US" sz="800" b="0" kern="1200" dirty="0">
            <a:latin typeface="Century Gothic" panose="020B0502020202020204"/>
            <a:ea typeface="+mn-ea"/>
            <a:cs typeface="+mn-cs"/>
          </a:endParaRPr>
        </a:p>
      </dsp:txBody>
      <dsp:txXfrm>
        <a:off x="10216421" y="1639273"/>
        <a:ext cx="1595565" cy="29440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9AC69-BEC2-4AC3-A91C-8DC31B831D53}">
      <dsp:nvSpPr>
        <dsp:cNvPr id="0" name=""/>
        <dsp:cNvSpPr/>
      </dsp:nvSpPr>
      <dsp:spPr>
        <a:xfrm>
          <a:off x="735309" y="616608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F5EA8-3DD0-4223-A2C9-31340CDAC051}">
      <dsp:nvSpPr>
        <dsp:cNvPr id="0" name=""/>
        <dsp:cNvSpPr/>
      </dsp:nvSpPr>
      <dsp:spPr>
        <a:xfrm>
          <a:off x="240309" y="1756145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Sprint Planning</a:t>
          </a:r>
          <a:br>
            <a:rPr lang="en-US" sz="1200" kern="1200"/>
          </a:br>
          <a:r>
            <a:rPr lang="en-US" sz="1200" kern="1200"/>
            <a:t>Define sprint goal and commit stories based on team capacity.</a:t>
          </a:r>
          <a:endParaRPr lang="en-US" sz="1200" kern="1200" dirty="0"/>
        </a:p>
      </dsp:txBody>
      <dsp:txXfrm>
        <a:off x="240309" y="1756145"/>
        <a:ext cx="1800000" cy="765000"/>
      </dsp:txXfrm>
    </dsp:sp>
    <dsp:sp modelId="{880F3E15-34DC-4D1C-9830-44130BB6529C}">
      <dsp:nvSpPr>
        <dsp:cNvPr id="0" name=""/>
        <dsp:cNvSpPr/>
      </dsp:nvSpPr>
      <dsp:spPr>
        <a:xfrm>
          <a:off x="2850309" y="616608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5F9CF-E0FC-4919-B297-A019BFA40C22}">
      <dsp:nvSpPr>
        <dsp:cNvPr id="0" name=""/>
        <dsp:cNvSpPr/>
      </dsp:nvSpPr>
      <dsp:spPr>
        <a:xfrm>
          <a:off x="2355309" y="1756145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Daily Standups</a:t>
          </a:r>
          <a:br>
            <a:rPr lang="en-US" sz="1200" kern="1200"/>
          </a:br>
          <a:r>
            <a:rPr lang="en-US" sz="1200" kern="1200"/>
            <a:t>15-minute sync to track progress, blockers, and dependencies.</a:t>
          </a:r>
        </a:p>
      </dsp:txBody>
      <dsp:txXfrm>
        <a:off x="2355309" y="1756145"/>
        <a:ext cx="1800000" cy="765000"/>
      </dsp:txXfrm>
    </dsp:sp>
    <dsp:sp modelId="{D7232E27-E3D2-4253-A7FF-10D1459F2AA8}">
      <dsp:nvSpPr>
        <dsp:cNvPr id="0" name=""/>
        <dsp:cNvSpPr/>
      </dsp:nvSpPr>
      <dsp:spPr>
        <a:xfrm>
          <a:off x="4965309" y="616608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F05182-6559-4E30-9168-B93A1F282CA9}">
      <dsp:nvSpPr>
        <dsp:cNvPr id="0" name=""/>
        <dsp:cNvSpPr/>
      </dsp:nvSpPr>
      <dsp:spPr>
        <a:xfrm>
          <a:off x="4470309" y="1756145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Backlog Refinement</a:t>
          </a:r>
          <a:br>
            <a:rPr lang="en-US" sz="1200" kern="1200"/>
          </a:br>
          <a:r>
            <a:rPr lang="en-US" sz="1200" kern="1200"/>
            <a:t>Mid-sprint grooming to prepare upcoming work items.</a:t>
          </a:r>
        </a:p>
      </dsp:txBody>
      <dsp:txXfrm>
        <a:off x="4470309" y="1756145"/>
        <a:ext cx="1800000" cy="765000"/>
      </dsp:txXfrm>
    </dsp:sp>
    <dsp:sp modelId="{C80B795C-DAB7-43CB-AA08-31E5552D5633}">
      <dsp:nvSpPr>
        <dsp:cNvPr id="0" name=""/>
        <dsp:cNvSpPr/>
      </dsp:nvSpPr>
      <dsp:spPr>
        <a:xfrm>
          <a:off x="1792809" y="2971145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ECA1A-340E-422D-B29A-7F2AC858CFB0}">
      <dsp:nvSpPr>
        <dsp:cNvPr id="0" name=""/>
        <dsp:cNvSpPr/>
      </dsp:nvSpPr>
      <dsp:spPr>
        <a:xfrm>
          <a:off x="1297809" y="4110682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Sprint Review</a:t>
          </a:r>
          <a:br>
            <a:rPr lang="en-US" sz="1200" kern="1200"/>
          </a:br>
          <a:r>
            <a:rPr lang="en-US" sz="1200" kern="1200"/>
            <a:t>Demo completed features to stakeholders for feedback.</a:t>
          </a:r>
        </a:p>
      </dsp:txBody>
      <dsp:txXfrm>
        <a:off x="1297809" y="4110682"/>
        <a:ext cx="1800000" cy="765000"/>
      </dsp:txXfrm>
    </dsp:sp>
    <dsp:sp modelId="{73DF354E-E563-48AD-A6F8-64A4B722AEEE}">
      <dsp:nvSpPr>
        <dsp:cNvPr id="0" name=""/>
        <dsp:cNvSpPr/>
      </dsp:nvSpPr>
      <dsp:spPr>
        <a:xfrm>
          <a:off x="3907809" y="2971145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E002B-F92E-4806-A54E-FBFFC5168771}">
      <dsp:nvSpPr>
        <dsp:cNvPr id="0" name=""/>
        <dsp:cNvSpPr/>
      </dsp:nvSpPr>
      <dsp:spPr>
        <a:xfrm>
          <a:off x="3412809" y="4110682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Retrospective</a:t>
          </a:r>
          <a:br>
            <a:rPr lang="en-US" sz="1200" kern="1200"/>
          </a:br>
          <a:r>
            <a:rPr lang="en-US" sz="1200" kern="1200"/>
            <a:t>Identify improvements to increase delivery efficiency.</a:t>
          </a:r>
          <a:endParaRPr lang="en-US" sz="1200" kern="1200" dirty="0"/>
        </a:p>
      </dsp:txBody>
      <dsp:txXfrm>
        <a:off x="3412809" y="4110682"/>
        <a:ext cx="1800000" cy="765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83CDE-576C-4D4E-A7E0-BDA29780F9DC}">
      <dsp:nvSpPr>
        <dsp:cNvPr id="0" name=""/>
        <dsp:cNvSpPr/>
      </dsp:nvSpPr>
      <dsp:spPr>
        <a:xfrm>
          <a:off x="440363" y="680972"/>
          <a:ext cx="711914" cy="7119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90042-8D45-4DAD-A776-A66E8D5319B5}">
      <dsp:nvSpPr>
        <dsp:cNvPr id="0" name=""/>
        <dsp:cNvSpPr/>
      </dsp:nvSpPr>
      <dsp:spPr>
        <a:xfrm>
          <a:off x="5305" y="1796513"/>
          <a:ext cx="1582031" cy="1574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Day-0 Delivery Enablement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Architecture baseline finalized</a:t>
          </a:r>
          <a:br>
            <a:rPr lang="en-US" sz="1100" kern="1200" dirty="0"/>
          </a:br>
          <a:r>
            <a:rPr lang="en-US" sz="1100" kern="1200" dirty="0"/>
            <a:t> Dev/QA environments &amp; CI/CD ready</a:t>
          </a:r>
          <a:br>
            <a:rPr lang="en-US" sz="1100" kern="1200" dirty="0"/>
          </a:br>
          <a:r>
            <a:rPr lang="en-US" sz="1100" kern="1200" dirty="0"/>
            <a:t>MVP backlog refined</a:t>
          </a:r>
          <a:br>
            <a:rPr lang="en-US" sz="1100" kern="1200" dirty="0"/>
          </a:br>
          <a:r>
            <a:rPr lang="en-US" sz="1100" kern="1200" dirty="0"/>
            <a:t>Integration access validated</a:t>
          </a:r>
          <a:br>
            <a:rPr lang="en-IN" sz="1100" kern="1200" dirty="0"/>
          </a:br>
          <a:endParaRPr lang="en-US" sz="1100" kern="1200" dirty="0"/>
        </a:p>
      </dsp:txBody>
      <dsp:txXfrm>
        <a:off x="5305" y="1796513"/>
        <a:ext cx="1582031" cy="1574615"/>
      </dsp:txXfrm>
    </dsp:sp>
    <dsp:sp modelId="{F1B957E7-80EE-443C-8919-18E4C7857742}">
      <dsp:nvSpPr>
        <dsp:cNvPr id="0" name=""/>
        <dsp:cNvSpPr/>
      </dsp:nvSpPr>
      <dsp:spPr>
        <a:xfrm>
          <a:off x="2299250" y="680972"/>
          <a:ext cx="711914" cy="7119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11AAB-1CE3-41E4-A9CD-093D194EAD5C}">
      <dsp:nvSpPr>
        <dsp:cNvPr id="0" name=""/>
        <dsp:cNvSpPr/>
      </dsp:nvSpPr>
      <dsp:spPr>
        <a:xfrm>
          <a:off x="1864191" y="1796513"/>
          <a:ext cx="1582031" cy="1574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Toolchain</a:t>
          </a:r>
          <a:br>
            <a:rPr lang="en-US" sz="1100" kern="1200" dirty="0"/>
          </a:br>
          <a:r>
            <a:rPr lang="en-US" sz="1100" kern="1200" dirty="0"/>
            <a:t>Azure DevOps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Git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PowerBI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Monitoring tools</a:t>
          </a:r>
        </a:p>
      </dsp:txBody>
      <dsp:txXfrm>
        <a:off x="1864191" y="1796513"/>
        <a:ext cx="1582031" cy="1574615"/>
      </dsp:txXfrm>
    </dsp:sp>
    <dsp:sp modelId="{58DC037D-92FE-4216-BEBD-E771442AC112}">
      <dsp:nvSpPr>
        <dsp:cNvPr id="0" name=""/>
        <dsp:cNvSpPr/>
      </dsp:nvSpPr>
      <dsp:spPr>
        <a:xfrm>
          <a:off x="4158137" y="680972"/>
          <a:ext cx="711914" cy="7119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56101-9443-4ADF-98D7-E209767D708F}">
      <dsp:nvSpPr>
        <dsp:cNvPr id="0" name=""/>
        <dsp:cNvSpPr/>
      </dsp:nvSpPr>
      <dsp:spPr>
        <a:xfrm>
          <a:off x="3723078" y="1796513"/>
          <a:ext cx="1582031" cy="1574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Generative AI Engineering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AI assisted code generation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Automated test case generation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Code review and defect detection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Documentation generation</a:t>
          </a:r>
          <a:r>
            <a:rPr lang="en-IN" sz="1100" kern="1200" dirty="0"/>
            <a:t> </a:t>
          </a:r>
          <a:endParaRPr lang="en-US" sz="1100" kern="1200" dirty="0"/>
        </a:p>
      </dsp:txBody>
      <dsp:txXfrm>
        <a:off x="3723078" y="1796513"/>
        <a:ext cx="1582031" cy="1574615"/>
      </dsp:txXfrm>
    </dsp:sp>
    <dsp:sp modelId="{A2DB0D88-032A-4A44-885F-59B7B16433A7}">
      <dsp:nvSpPr>
        <dsp:cNvPr id="0" name=""/>
        <dsp:cNvSpPr/>
      </dsp:nvSpPr>
      <dsp:spPr>
        <a:xfrm>
          <a:off x="6017023" y="680972"/>
          <a:ext cx="711914" cy="7119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3B280-27F2-4058-B0FF-7B25934D7DDB}">
      <dsp:nvSpPr>
        <dsp:cNvPr id="0" name=""/>
        <dsp:cNvSpPr/>
      </dsp:nvSpPr>
      <dsp:spPr>
        <a:xfrm>
          <a:off x="5581965" y="1796513"/>
          <a:ext cx="1582031" cy="1574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CI/CD Pipeline</a:t>
          </a:r>
          <a:br>
            <a:rPr lang="en-US" sz="1100" kern="1200" dirty="0"/>
          </a:br>
          <a:r>
            <a:rPr lang="en-US" sz="1100" kern="1200" dirty="0"/>
            <a:t>Build </a:t>
          </a:r>
          <a:r>
            <a:rPr lang="en-US" sz="1100" kern="1200" dirty="0">
              <a:sym typeface="Wingdings" panose="05000000000000000000" pitchFamily="2" charset="2"/>
            </a:rPr>
            <a:t>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Test </a:t>
          </a:r>
          <a:r>
            <a:rPr lang="en-US" sz="1100" kern="1200" dirty="0">
              <a:sym typeface="Wingdings" panose="05000000000000000000" pitchFamily="2" charset="2"/>
            </a:rPr>
            <a:t>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Security scan </a:t>
          </a:r>
          <a:r>
            <a:rPr lang="en-US" sz="1100" kern="1200" dirty="0">
              <a:sym typeface="Wingdings" panose="05000000000000000000" pitchFamily="2" charset="2"/>
            </a:rPr>
            <a:t>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Deploy</a:t>
          </a:r>
        </a:p>
      </dsp:txBody>
      <dsp:txXfrm>
        <a:off x="5581965" y="1796513"/>
        <a:ext cx="1582031" cy="1574615"/>
      </dsp:txXfrm>
    </dsp:sp>
    <dsp:sp modelId="{0BFC3E76-0688-4A79-B17A-01C8D23E1422}">
      <dsp:nvSpPr>
        <dsp:cNvPr id="0" name=""/>
        <dsp:cNvSpPr/>
      </dsp:nvSpPr>
      <dsp:spPr>
        <a:xfrm>
          <a:off x="7875910" y="680972"/>
          <a:ext cx="711914" cy="7119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77020-D26C-4D0D-AFBE-BF82DC799ED9}">
      <dsp:nvSpPr>
        <dsp:cNvPr id="0" name=""/>
        <dsp:cNvSpPr/>
      </dsp:nvSpPr>
      <dsp:spPr>
        <a:xfrm>
          <a:off x="7440851" y="1796513"/>
          <a:ext cx="1582031" cy="1574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Reliability &amp; Monitoring</a:t>
          </a:r>
          <a:br>
            <a:rPr lang="en-US" sz="1100" kern="1200" dirty="0"/>
          </a:br>
          <a:r>
            <a:rPr lang="en-US" sz="1100" kern="1200" dirty="0"/>
            <a:t>API monitoring Observability (Logging, Metrics, Alerts)</a:t>
          </a:r>
        </a:p>
      </dsp:txBody>
      <dsp:txXfrm>
        <a:off x="7440851" y="1796513"/>
        <a:ext cx="1582031" cy="1574615"/>
      </dsp:txXfrm>
    </dsp:sp>
    <dsp:sp modelId="{FE244D0D-3030-440E-BB89-6E9A0696B905}">
      <dsp:nvSpPr>
        <dsp:cNvPr id="0" name=""/>
        <dsp:cNvSpPr/>
      </dsp:nvSpPr>
      <dsp:spPr>
        <a:xfrm>
          <a:off x="9734797" y="680972"/>
          <a:ext cx="711914" cy="7119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EF46F-5F62-4396-AD4F-B20F3EBB8BAC}">
      <dsp:nvSpPr>
        <dsp:cNvPr id="0" name=""/>
        <dsp:cNvSpPr/>
      </dsp:nvSpPr>
      <dsp:spPr>
        <a:xfrm>
          <a:off x="9299738" y="1796513"/>
          <a:ext cx="1582031" cy="1574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  <a:r>
            <a:rPr lang="en-US" sz="1100" b="1" kern="1200" dirty="0"/>
            <a:t>Test Pyramid</a:t>
          </a:r>
          <a:br>
            <a:rPr lang="en-US" sz="1100" kern="1200" dirty="0"/>
          </a:br>
          <a:r>
            <a:rPr lang="en-US" sz="1100" kern="1200" dirty="0"/>
            <a:t>70% Unit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20% Integration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10% UI</a:t>
          </a:r>
        </a:p>
      </dsp:txBody>
      <dsp:txXfrm>
        <a:off x="9299738" y="1796513"/>
        <a:ext cx="1582031" cy="15746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229AE8-0973-4E85-9579-DDCC9163CCE3}">
      <dsp:nvSpPr>
        <dsp:cNvPr id="0" name=""/>
        <dsp:cNvSpPr/>
      </dsp:nvSpPr>
      <dsp:spPr>
        <a:xfrm>
          <a:off x="0" y="0"/>
          <a:ext cx="606425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accen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A12CA2A-59CC-4A9F-99C2-FAA495E048DB}">
      <dsp:nvSpPr>
        <dsp:cNvPr id="0" name=""/>
        <dsp:cNvSpPr/>
      </dsp:nvSpPr>
      <dsp:spPr>
        <a:xfrm>
          <a:off x="0" y="0"/>
          <a:ext cx="6064250" cy="503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Managed Services (Fixed Capacity / Price)</a:t>
          </a:r>
          <a:endParaRPr lang="en-US" sz="1200" kern="1200" dirty="0"/>
        </a:p>
      </dsp:txBody>
      <dsp:txXfrm>
        <a:off x="0" y="0"/>
        <a:ext cx="6064250" cy="503015"/>
      </dsp:txXfrm>
    </dsp:sp>
    <dsp:sp modelId="{DD87438C-2A3A-4EE5-A1A4-6E4CA2B625C9}">
      <dsp:nvSpPr>
        <dsp:cNvPr id="0" name=""/>
        <dsp:cNvSpPr/>
      </dsp:nvSpPr>
      <dsp:spPr>
        <a:xfrm>
          <a:off x="0" y="503015"/>
          <a:ext cx="606425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accen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AD77095-915F-4AA0-A001-67F78544B7CD}">
      <dsp:nvSpPr>
        <dsp:cNvPr id="0" name=""/>
        <dsp:cNvSpPr/>
      </dsp:nvSpPr>
      <dsp:spPr>
        <a:xfrm>
          <a:off x="0" y="503015"/>
          <a:ext cx="6064250" cy="503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Engagement Value: ~$1.2-1.35m</a:t>
          </a:r>
        </a:p>
      </dsp:txBody>
      <dsp:txXfrm>
        <a:off x="0" y="503015"/>
        <a:ext cx="6064250" cy="503015"/>
      </dsp:txXfrm>
    </dsp:sp>
    <dsp:sp modelId="{0DC03E85-28E6-4189-AA22-7E2116AC2831}">
      <dsp:nvSpPr>
        <dsp:cNvPr id="0" name=""/>
        <dsp:cNvSpPr/>
      </dsp:nvSpPr>
      <dsp:spPr>
        <a:xfrm>
          <a:off x="0" y="1006031"/>
          <a:ext cx="606425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accen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A953344-AF45-43CC-A263-EDBA263F0EC6}">
      <dsp:nvSpPr>
        <dsp:cNvPr id="0" name=""/>
        <dsp:cNvSpPr/>
      </dsp:nvSpPr>
      <dsp:spPr>
        <a:xfrm>
          <a:off x="0" y="1006031"/>
          <a:ext cx="6064250" cy="503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Target Margin: ~40–45%</a:t>
          </a:r>
        </a:p>
      </dsp:txBody>
      <dsp:txXfrm>
        <a:off x="0" y="1006031"/>
        <a:ext cx="6064250" cy="503015"/>
      </dsp:txXfrm>
    </dsp:sp>
    <dsp:sp modelId="{3E0E125B-A0A5-4EE9-B49C-110D913C876C}">
      <dsp:nvSpPr>
        <dsp:cNvPr id="0" name=""/>
        <dsp:cNvSpPr/>
      </dsp:nvSpPr>
      <dsp:spPr>
        <a:xfrm>
          <a:off x="0" y="1509046"/>
          <a:ext cx="606425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accen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B650F09-2756-47A7-9D29-5007F8B0931A}">
      <dsp:nvSpPr>
        <dsp:cNvPr id="0" name=""/>
        <dsp:cNvSpPr/>
      </dsp:nvSpPr>
      <dsp:spPr>
        <a:xfrm>
          <a:off x="0" y="1509046"/>
          <a:ext cx="6064250" cy="503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Program Duration: ~6 months</a:t>
          </a:r>
        </a:p>
      </dsp:txBody>
      <dsp:txXfrm>
        <a:off x="0" y="1509046"/>
        <a:ext cx="6064250" cy="503015"/>
      </dsp:txXfrm>
    </dsp:sp>
    <dsp:sp modelId="{F728AA05-821E-434D-922F-972D77429BD4}">
      <dsp:nvSpPr>
        <dsp:cNvPr id="0" name=""/>
        <dsp:cNvSpPr/>
      </dsp:nvSpPr>
      <dsp:spPr>
        <a:xfrm>
          <a:off x="0" y="2012062"/>
          <a:ext cx="606425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accen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0777495-E967-4069-B4DA-52350730C183}">
      <dsp:nvSpPr>
        <dsp:cNvPr id="0" name=""/>
        <dsp:cNvSpPr/>
      </dsp:nvSpPr>
      <dsp:spPr>
        <a:xfrm>
          <a:off x="0" y="2012062"/>
          <a:ext cx="6064250" cy="503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Team Size: 25–30 engineers</a:t>
          </a:r>
        </a:p>
      </dsp:txBody>
      <dsp:txXfrm>
        <a:off x="0" y="2012062"/>
        <a:ext cx="6064250" cy="503015"/>
      </dsp:txXfrm>
    </dsp:sp>
    <dsp:sp modelId="{B1A40053-7EED-4CD3-9EDC-73850522879A}">
      <dsp:nvSpPr>
        <dsp:cNvPr id="0" name=""/>
        <dsp:cNvSpPr/>
      </dsp:nvSpPr>
      <dsp:spPr>
        <a:xfrm>
          <a:off x="0" y="2515078"/>
          <a:ext cx="606425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accen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D111E54-7E80-45A6-983A-32DB6755826E}">
      <dsp:nvSpPr>
        <dsp:cNvPr id="0" name=""/>
        <dsp:cNvSpPr/>
      </dsp:nvSpPr>
      <dsp:spPr>
        <a:xfrm>
          <a:off x="0" y="2515078"/>
          <a:ext cx="6064250" cy="503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Sprint Throughput: 150–170 SP / sprint</a:t>
          </a:r>
        </a:p>
      </dsp:txBody>
      <dsp:txXfrm>
        <a:off x="0" y="2515078"/>
        <a:ext cx="6064250" cy="503015"/>
      </dsp:txXfrm>
    </dsp:sp>
    <dsp:sp modelId="{DFC32384-8F60-4F02-909B-58C5BF5966F1}">
      <dsp:nvSpPr>
        <dsp:cNvPr id="0" name=""/>
        <dsp:cNvSpPr/>
      </dsp:nvSpPr>
      <dsp:spPr>
        <a:xfrm>
          <a:off x="0" y="3018093"/>
          <a:ext cx="606425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accen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7CDA2D9-2D11-4B08-9B15-390D1EC2C390}">
      <dsp:nvSpPr>
        <dsp:cNvPr id="0" name=""/>
        <dsp:cNvSpPr/>
      </dsp:nvSpPr>
      <dsp:spPr>
        <a:xfrm>
          <a:off x="0" y="3018093"/>
          <a:ext cx="6064250" cy="503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Total Delivery Capacity: ~1600 SP</a:t>
          </a:r>
        </a:p>
      </dsp:txBody>
      <dsp:txXfrm>
        <a:off x="0" y="3018093"/>
        <a:ext cx="6064250" cy="503015"/>
      </dsp:txXfrm>
    </dsp:sp>
    <dsp:sp modelId="{F7A8C2B8-A834-4E97-9674-4AB8CA111B56}">
      <dsp:nvSpPr>
        <dsp:cNvPr id="0" name=""/>
        <dsp:cNvSpPr/>
      </dsp:nvSpPr>
      <dsp:spPr>
        <a:xfrm>
          <a:off x="0" y="3521109"/>
          <a:ext cx="606425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accent1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DD14786-E5A7-4A24-AB62-92A39B569051}">
      <dsp:nvSpPr>
        <dsp:cNvPr id="0" name=""/>
        <dsp:cNvSpPr/>
      </dsp:nvSpPr>
      <dsp:spPr>
        <a:xfrm>
          <a:off x="0" y="3521109"/>
          <a:ext cx="6064250" cy="503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Recommendation:</a:t>
          </a:r>
          <a:br>
            <a:rPr lang="en-US" sz="1200" kern="1200" dirty="0"/>
          </a:br>
          <a:r>
            <a:rPr lang="en-US" sz="1100" b="1" kern="1200" dirty="0"/>
            <a:t>Managed services engagement provides predictable delivery capacity, stable pod structure and controlled cost while allowing backlog reprioritization across sprints. </a:t>
          </a:r>
          <a:endParaRPr lang="en-US" sz="1100" kern="1200" dirty="0"/>
        </a:p>
      </dsp:txBody>
      <dsp:txXfrm>
        <a:off x="0" y="3521109"/>
        <a:ext cx="6064250" cy="5030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56D5F-56F5-4EE2-83AA-093AED883F7D}">
      <dsp:nvSpPr>
        <dsp:cNvPr id="0" name=""/>
        <dsp:cNvSpPr/>
      </dsp:nvSpPr>
      <dsp:spPr>
        <a:xfrm>
          <a:off x="-7286134" y="-1113632"/>
          <a:ext cx="8670478" cy="8670478"/>
        </a:xfrm>
        <a:prstGeom prst="blockArc">
          <a:avLst>
            <a:gd name="adj1" fmla="val 18900000"/>
            <a:gd name="adj2" fmla="val 2700000"/>
            <a:gd name="adj3" fmla="val 249"/>
          </a:avLst>
        </a:prstGeom>
        <a:noFill/>
        <a:ln w="400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133A08-9066-4004-B615-CCD4493A187A}">
      <dsp:nvSpPr>
        <dsp:cNvPr id="0" name=""/>
        <dsp:cNvSpPr/>
      </dsp:nvSpPr>
      <dsp:spPr>
        <a:xfrm>
          <a:off x="604391" y="402571"/>
          <a:ext cx="6802862" cy="80565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2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2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2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>
          <a:noFill/>
        </a:ln>
        <a:effectLst>
          <a:outerShdw blurRad="50800" dist="25000" dir="5400000" rotWithShape="0">
            <a:schemeClr val="accent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949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Business-Centric Supply Chain Platform</a:t>
          </a:r>
          <a:br>
            <a:rPr lang="en-US" sz="1200" b="1" kern="1200" dirty="0"/>
          </a:br>
          <a:r>
            <a:rPr lang="en-US" sz="1200" kern="1200" dirty="0"/>
            <a:t>A scalable digital platform enabling suppliers, operators, and logistics partners to manage inventory, orders, and deliveries with real-time visibility.</a:t>
          </a:r>
        </a:p>
      </dsp:txBody>
      <dsp:txXfrm>
        <a:off x="604391" y="402571"/>
        <a:ext cx="6802862" cy="805659"/>
      </dsp:txXfrm>
    </dsp:sp>
    <dsp:sp modelId="{FE63B047-F8F5-420E-83A2-8DAC3BD23AAB}">
      <dsp:nvSpPr>
        <dsp:cNvPr id="0" name=""/>
        <dsp:cNvSpPr/>
      </dsp:nvSpPr>
      <dsp:spPr>
        <a:xfrm>
          <a:off x="100854" y="301864"/>
          <a:ext cx="1007074" cy="1007074"/>
        </a:xfrm>
        <a:prstGeom prst="stripedRightArrow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l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5B58B96-8894-459F-B551-E4F4A4BD95B8}">
      <dsp:nvSpPr>
        <dsp:cNvPr id="0" name=""/>
        <dsp:cNvSpPr/>
      </dsp:nvSpPr>
      <dsp:spPr>
        <a:xfrm>
          <a:off x="1181703" y="1610674"/>
          <a:ext cx="6225550" cy="80565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3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3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3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>
          <a:noFill/>
        </a:ln>
        <a:effectLst>
          <a:outerShdw blurRad="50800" dist="25000" dir="5400000" rotWithShape="0">
            <a:schemeClr val="accent3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949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Early Value Through MVP Delivery</a:t>
          </a:r>
          <a:br>
            <a:rPr lang="en-US" sz="1200" b="1" kern="1200" dirty="0"/>
          </a:br>
          <a:r>
            <a:rPr lang="en-US" sz="1200" kern="1200" dirty="0"/>
            <a:t>Core supply chain capabilities delivered by </a:t>
          </a:r>
          <a:r>
            <a:rPr lang="en-US" sz="1200" b="1" kern="1200" dirty="0"/>
            <a:t>Sprint 4</a:t>
          </a:r>
          <a:r>
            <a:rPr lang="en-US" sz="1200" kern="1200" dirty="0"/>
            <a:t>, enabling early business validation while additional platform capabilities evolve incrementally.</a:t>
          </a:r>
        </a:p>
      </dsp:txBody>
      <dsp:txXfrm>
        <a:off x="1181703" y="1610674"/>
        <a:ext cx="6225550" cy="805659"/>
      </dsp:txXfrm>
    </dsp:sp>
    <dsp:sp modelId="{89A0BFA2-9D69-47D2-A851-621071E6D277}">
      <dsp:nvSpPr>
        <dsp:cNvPr id="0" name=""/>
        <dsp:cNvSpPr/>
      </dsp:nvSpPr>
      <dsp:spPr>
        <a:xfrm>
          <a:off x="678166" y="1509966"/>
          <a:ext cx="1007074" cy="1007074"/>
        </a:xfrm>
        <a:prstGeom prst="stripedRightArrow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l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256CA5FE-5468-4FDC-A81B-429CFA6A02A9}">
      <dsp:nvSpPr>
        <dsp:cNvPr id="0" name=""/>
        <dsp:cNvSpPr/>
      </dsp:nvSpPr>
      <dsp:spPr>
        <a:xfrm>
          <a:off x="1358892" y="2818776"/>
          <a:ext cx="6048362" cy="80565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>
          <a:noFill/>
        </a:ln>
        <a:effectLst>
          <a:outerShdw blurRad="50800" dist="25000" dir="5400000" rotWithShape="0">
            <a:schemeClr val="accent4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949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Scalable &amp; Secure Architecture</a:t>
          </a:r>
          <a:br>
            <a:rPr lang="en-US" sz="1200" b="1" kern="1200" dirty="0"/>
          </a:br>
          <a:r>
            <a:rPr lang="en-US" sz="1200" kern="1200" dirty="0"/>
            <a:t>Microservices-based architecture on Azure with API-first design enabling modular scalability, secure integrations, and operational resilience.</a:t>
          </a:r>
          <a:endParaRPr lang="en-US" sz="1200" b="1" kern="1200" dirty="0"/>
        </a:p>
      </dsp:txBody>
      <dsp:txXfrm>
        <a:off x="1358892" y="2818776"/>
        <a:ext cx="6048362" cy="805659"/>
      </dsp:txXfrm>
    </dsp:sp>
    <dsp:sp modelId="{10806881-6E17-4568-9C1F-6C17290DA7FD}">
      <dsp:nvSpPr>
        <dsp:cNvPr id="0" name=""/>
        <dsp:cNvSpPr/>
      </dsp:nvSpPr>
      <dsp:spPr>
        <a:xfrm>
          <a:off x="855355" y="2718069"/>
          <a:ext cx="1007074" cy="1007074"/>
        </a:xfrm>
        <a:prstGeom prst="stripedRightArrow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l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D3BE53E-F3C0-4AD5-ACED-B4A3AC6BD59E}">
      <dsp:nvSpPr>
        <dsp:cNvPr id="0" name=""/>
        <dsp:cNvSpPr/>
      </dsp:nvSpPr>
      <dsp:spPr>
        <a:xfrm>
          <a:off x="1181703" y="4026879"/>
          <a:ext cx="6225550" cy="80565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5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5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5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>
          <a:noFill/>
        </a:ln>
        <a:effectLst>
          <a:outerShdw blurRad="50800" dist="25000" dir="5400000" rotWithShape="0">
            <a:schemeClr val="accent5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949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Predictable Agile Delivery Model</a:t>
          </a:r>
          <a:br>
            <a:rPr lang="en-US" sz="1200" b="1" kern="1200" dirty="0"/>
          </a:br>
          <a:r>
            <a:rPr lang="en-US" sz="1200" kern="1200" dirty="0"/>
            <a:t>Cross-functional pods operating in parallel ensure </a:t>
          </a:r>
          <a:r>
            <a:rPr lang="en-US" sz="1200" b="1" kern="1200" dirty="0"/>
            <a:t>stable velocity, delivery predictability, and reduced execution risk</a:t>
          </a:r>
          <a:r>
            <a:rPr lang="en-US" sz="1200" kern="1200" dirty="0"/>
            <a:t>.</a:t>
          </a:r>
          <a:endParaRPr lang="en-US" sz="1200" b="1" kern="1200" dirty="0"/>
        </a:p>
      </dsp:txBody>
      <dsp:txXfrm>
        <a:off x="1181703" y="4026879"/>
        <a:ext cx="6225550" cy="805659"/>
      </dsp:txXfrm>
    </dsp:sp>
    <dsp:sp modelId="{E38A81E8-8134-48FC-8526-A128F4453D29}">
      <dsp:nvSpPr>
        <dsp:cNvPr id="0" name=""/>
        <dsp:cNvSpPr/>
      </dsp:nvSpPr>
      <dsp:spPr>
        <a:xfrm>
          <a:off x="678166" y="3926171"/>
          <a:ext cx="1007074" cy="1007074"/>
        </a:xfrm>
        <a:prstGeom prst="stripedRightArrow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l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1BFA269-BF91-469C-9343-B89ABC7FE280}">
      <dsp:nvSpPr>
        <dsp:cNvPr id="0" name=""/>
        <dsp:cNvSpPr/>
      </dsp:nvSpPr>
      <dsp:spPr>
        <a:xfrm>
          <a:off x="604391" y="5234981"/>
          <a:ext cx="6802862" cy="80565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accent6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accent6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accent6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>
          <a:noFill/>
        </a:ln>
        <a:effectLst>
          <a:outerShdw blurRad="50800" dist="25000" dir="5400000" rotWithShape="0">
            <a:schemeClr val="accent6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949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Business Impact &amp; Long-Term Value</a:t>
          </a:r>
          <a:br>
            <a:rPr lang="en-US" sz="1200" b="1" kern="1200" dirty="0"/>
          </a:br>
          <a:r>
            <a:rPr lang="en-US" sz="1200" kern="1200" dirty="0"/>
            <a:t>Fixed capacity engagement provides </a:t>
          </a:r>
          <a:r>
            <a:rPr lang="en-US" sz="1200" b="1" kern="1200" dirty="0"/>
            <a:t>cost transparency, improved delivery margins, and a foundation for continued platform expansion and account growth.</a:t>
          </a:r>
        </a:p>
      </dsp:txBody>
      <dsp:txXfrm>
        <a:off x="604391" y="5234981"/>
        <a:ext cx="6802862" cy="805659"/>
      </dsp:txXfrm>
    </dsp:sp>
    <dsp:sp modelId="{B5EBF354-62AC-49BF-9883-7CFCADD6FF8C}">
      <dsp:nvSpPr>
        <dsp:cNvPr id="0" name=""/>
        <dsp:cNvSpPr/>
      </dsp:nvSpPr>
      <dsp:spPr>
        <a:xfrm>
          <a:off x="100854" y="5134274"/>
          <a:ext cx="1007074" cy="1007074"/>
        </a:xfrm>
        <a:prstGeom prst="stripedRightArrow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5000"/>
                <a:satMod val="250000"/>
              </a:schemeClr>
            </a:gs>
            <a:gs pos="49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49100">
              <a:schemeClr val="lt1">
                <a:hueOff val="0"/>
                <a:satOff val="0"/>
                <a:lumOff val="0"/>
                <a:alphaOff val="0"/>
                <a:tint val="64000"/>
                <a:satMod val="160000"/>
              </a:schemeClr>
            </a:gs>
            <a:gs pos="92000">
              <a:schemeClr val="lt1">
                <a:hueOff val="0"/>
                <a:satOff val="0"/>
                <a:lumOff val="0"/>
                <a:alphaOff val="0"/>
                <a:tint val="50000"/>
                <a:satMod val="2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43000"/>
                <a:satMod val="190000"/>
              </a:schemeClr>
            </a:gs>
          </a:gsLst>
          <a:lin ang="5400000" scaled="1"/>
        </a:gradFill>
        <a:ln w="1143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D4500-71E3-4540-B121-977A12F54B3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43FDA-305D-4197-8596-F7039C5FF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55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43FDA-305D-4197-8596-F7039C5FFD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0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43FDA-305D-4197-8596-F7039C5FFD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0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43FDA-305D-4197-8596-F7039C5FFD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41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43FDA-305D-4197-8596-F7039C5FFD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56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43FDA-305D-4197-8596-F7039C5FFDF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11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D24C250-2154-4FA3-90DE-DAEDA713D7D9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92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74376"/>
            <a:ext cx="1484996" cy="365125"/>
          </a:xfrm>
        </p:spPr>
        <p:txBody>
          <a:bodyPr/>
          <a:lstStyle>
            <a:lvl1pPr algn="l">
              <a:defRPr/>
            </a:lvl1pPr>
          </a:lstStyle>
          <a:p>
            <a:fld id="{919C2939-18DC-48DF-9523-011EFCB5DFBF}" type="datetime1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83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5E9C3F6-CD94-4FB3-9602-35784CD4959F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03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46590"/>
            <a:ext cx="5334000" cy="42217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46590"/>
            <a:ext cx="5334000" cy="42217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0C57B34-05E2-41FD-B616-D0C4C216347B}" type="datetime1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4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401742"/>
            <a:ext cx="8610600" cy="1295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1928085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67186"/>
            <a:ext cx="5311775" cy="3351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1928085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867186"/>
            <a:ext cx="5334000" cy="3351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3CC2120-5567-48F9-BA0F-62BC2F62EFB7}" type="datetime1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06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C656AE2-8649-4E9C-B9A8-AE3724EACA02}" type="datetime1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00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4B5E5BE-6538-4853-BE5A-D8244596D7AB}" type="datetime1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38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02488-BD9C-41C0-9D98-FD5F721DAEF3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73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3093AED-AFBD-452E-B6E2-294B50F89ADC}" type="datetime1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7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C75A085-DC8D-47F4-8BEF-A040E16A552E}" type="datetime1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72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37D2B4D-4344-4CA1-BEE4-FC259AA0C34F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51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B817F4E-5859-4F5E-B024-6011171768CA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480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AA4BFBD-D4AA-4E32-BCA7-2408EEE9FA80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6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46363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769738"/>
            <a:ext cx="3456432" cy="344895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194561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769220"/>
            <a:ext cx="3456432" cy="344946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1937149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769738"/>
            <a:ext cx="3456432" cy="344895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32DD8C5-6B8C-4F14-9F3E-EB743D0AF60C}" type="datetime1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64AD50-E071-308B-C40A-4CCB8FE8E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404114"/>
            <a:ext cx="8610600" cy="12930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71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9B19E65-5617-2C5A-449F-10E48474DE9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923134" y="1946363"/>
            <a:ext cx="2700000" cy="61732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9D680B7-CFF9-E326-60B4-827C3E132004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8923133" y="2682524"/>
            <a:ext cx="2700000" cy="358922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6A095AA-C070-9EF6-D1B5-D7B68244D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350" y="1946363"/>
            <a:ext cx="2700000" cy="61732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F22F69BA-5BA8-C82D-0840-014ED7E73F5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98349" y="2710837"/>
            <a:ext cx="2700000" cy="358922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ADE194F-3336-F7E5-B289-38280DCFD5DA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178446" y="1946363"/>
            <a:ext cx="2700000" cy="61732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C0FF8F74-7938-05FF-65F6-EB2614086D30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3178445" y="2710837"/>
            <a:ext cx="2700000" cy="358922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0B3B18A-F447-E66C-DF14-5C6658443938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050793" y="1946363"/>
            <a:ext cx="2700000" cy="61732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0C50DD4-2867-6F5F-5366-BBD6BC6DB0CA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050792" y="2710837"/>
            <a:ext cx="2700000" cy="358922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8FD29D8F-9A9C-BBC3-9DBA-782C130EA5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997" y="6474376"/>
            <a:ext cx="1484996" cy="365125"/>
          </a:xfrm>
        </p:spPr>
        <p:txBody>
          <a:bodyPr/>
          <a:lstStyle>
            <a:lvl1pPr algn="l">
              <a:defRPr/>
            </a:lvl1pPr>
          </a:lstStyle>
          <a:p>
            <a:fld id="{132DD8C5-6B8C-4F14-9F3E-EB743D0AF60C}" type="datetime1">
              <a:rPr lang="en-US" smtClean="0"/>
              <a:pPr/>
              <a:t>3/11/2026</a:t>
            </a:fld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BAD51AA-3F35-03DD-6202-35B2C5A14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404114"/>
            <a:ext cx="8610600" cy="12930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199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9B19E65-5617-2C5A-449F-10E48474DE9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7179583" y="1923115"/>
            <a:ext cx="2160000" cy="61732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9D680B7-CFF9-E326-60B4-827C3E132004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7179582" y="2636028"/>
            <a:ext cx="2160000" cy="347805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6A095AA-C070-9EF6-D1B5-D7B68244D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350" y="1907617"/>
            <a:ext cx="2160000" cy="61732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F22F69BA-5BA8-C82D-0840-014ED7E73F5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98349" y="2648843"/>
            <a:ext cx="2160000" cy="346523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ADE194F-3336-F7E5-B289-38280DCFD5DA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2605013" y="1907617"/>
            <a:ext cx="2160000" cy="61732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C0FF8F74-7938-05FF-65F6-EB2614086D30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2605012" y="2648843"/>
            <a:ext cx="2160000" cy="346523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0B3B18A-F447-E66C-DF14-5C6658443938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4888425" y="1907617"/>
            <a:ext cx="2160000" cy="61732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0C50DD4-2867-6F5F-5366-BBD6BC6DB0CA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888424" y="2648843"/>
            <a:ext cx="2160000" cy="346523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8FD29D8F-9A9C-BBC3-9DBA-782C130EA5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997" y="6474376"/>
            <a:ext cx="1484996" cy="365125"/>
          </a:xfrm>
        </p:spPr>
        <p:txBody>
          <a:bodyPr/>
          <a:lstStyle>
            <a:lvl1pPr algn="l">
              <a:defRPr/>
            </a:lvl1pPr>
          </a:lstStyle>
          <a:p>
            <a:fld id="{132DD8C5-6B8C-4F14-9F3E-EB743D0AF60C}" type="datetime1">
              <a:rPr lang="en-US" smtClean="0"/>
              <a:pPr/>
              <a:t>3/11/2026</a:t>
            </a:fld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37D295A-045A-0F1A-4CBB-1B0D7022C0A6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9462994" y="1935930"/>
            <a:ext cx="2160000" cy="61732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D1B7FEE-4CFB-AE72-F005-F04E6BA32803}"/>
              </a:ext>
            </a:extLst>
          </p:cNvPr>
          <p:cNvSpPr>
            <a:spLocks noGrp="1"/>
          </p:cNvSpPr>
          <p:nvPr>
            <p:ph type="body" sz="half" idx="27"/>
          </p:nvPr>
        </p:nvSpPr>
        <p:spPr>
          <a:xfrm>
            <a:off x="9462993" y="2648843"/>
            <a:ext cx="2160000" cy="346523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79E4B5-11AA-A6B7-882D-0DF9393B5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404114"/>
            <a:ext cx="8610600" cy="12930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819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3617563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1928253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465642"/>
            <a:ext cx="3451582" cy="175304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3617563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1928253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465641"/>
            <a:ext cx="3448935" cy="175304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3617563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1928253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465639"/>
            <a:ext cx="3452445" cy="175304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CCB0906-86D7-445B-B2CD-61A20468AE83}" type="datetime1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DB4C4-6DD1-2C2F-CD35-CD15C0433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404114"/>
            <a:ext cx="8610600" cy="12930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0950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3C7C397-10CC-43D0-8675-5648A38691DC}" type="datetime1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F899381-B61A-A129-D85C-5097A4825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404114"/>
            <a:ext cx="8610600" cy="12930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23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B79F1E-4CBA-48B0-8A6C-DDB6BEF0E3E1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3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404114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29540"/>
            <a:ext cx="10875936" cy="4289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74376"/>
            <a:ext cx="14849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37C6B50F-B9B1-40F6-A892-78198F821709}" type="datetime1">
              <a:rPr lang="en-US" smtClean="0"/>
              <a:pPr algn="l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6570" y="6474377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Agile Delivery for Scalable Supply Chain Platform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01959" y="6480209"/>
            <a:ext cx="3900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3445D-6A7D-42D6-80E7-A7398DC8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6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8" r:id="rId15"/>
    <p:sldLayoutId id="2147483859" r:id="rId16"/>
    <p:sldLayoutId id="2147483855" r:id="rId17"/>
    <p:sldLayoutId id="2147483856" r:id="rId18"/>
    <p:sldLayoutId id="2147483857" r:id="rId19"/>
  </p:sldLayoutIdLst>
  <p:hf hd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770CA6A-B3B0-4826-A91F-B2B1F8922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453A6-0BC8-0742-AA9E-E874F13C5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6028" y="965200"/>
            <a:ext cx="6170943" cy="4329641"/>
          </a:xfrm>
        </p:spPr>
        <p:txBody>
          <a:bodyPr anchor="ctr">
            <a:normAutofit/>
          </a:bodyPr>
          <a:lstStyle/>
          <a:p>
            <a:r>
              <a:rPr lang="en-US" sz="5400" dirty="0"/>
              <a:t>Agile Delivery </a:t>
            </a:r>
            <a:r>
              <a:rPr lang="en-US" sz="3600" dirty="0"/>
              <a:t>for</a:t>
            </a:r>
            <a:r>
              <a:rPr lang="en-US" sz="5400" dirty="0"/>
              <a:t> </a:t>
            </a:r>
            <a:br>
              <a:rPr lang="en-US" sz="5400" dirty="0"/>
            </a:br>
            <a:r>
              <a:rPr lang="en-US" sz="5400" dirty="0"/>
              <a:t>scalable supply chain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39FFC-897E-F717-46C2-8C8E3BA86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965200"/>
            <a:ext cx="3367361" cy="4329641"/>
          </a:xfrm>
        </p:spPr>
        <p:txBody>
          <a:bodyPr anchor="ctr">
            <a:normAutofit/>
          </a:bodyPr>
          <a:lstStyle/>
          <a:p>
            <a:pPr algn="r"/>
            <a:r>
              <a:rPr lang="en-US" dirty="0"/>
              <a:t>Case Study By:</a:t>
            </a:r>
            <a:endParaRPr lang="en-US"/>
          </a:p>
          <a:p>
            <a:pPr algn="r"/>
            <a:r>
              <a:rPr lang="en-US"/>
              <a:t>Sumeet Boob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E641DB-A503-41DE-ACA6-36B41C6C2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62126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25128BB7-D1A3-4F7F-98A3-10B5DCE17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7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A771FBF-1693-4446-977C-DBF8387D1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792"/>
          <a:stretch/>
        </p:blipFill>
        <p:spPr>
          <a:xfrm rot="10800000" flipH="1" flipV="1">
            <a:off x="0" y="4102768"/>
            <a:ext cx="4642202" cy="27552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47E9A-2E25-C35D-0D2A-A5EF8FD5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r>
              <a:rPr lang="en-US" sz="3600"/>
              <a:t>Agenda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E8804C7-B967-43FD-31AA-4FCE2B866FC1}"/>
              </a:ext>
            </a:extLst>
          </p:cNvPr>
          <p:cNvSpPr txBox="1">
            <a:spLocks/>
          </p:cNvSpPr>
          <p:nvPr/>
        </p:nvSpPr>
        <p:spPr>
          <a:xfrm>
            <a:off x="3936570" y="6474377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Agile Delivery for Scalable Supply Chain Platform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84321C8-27FE-E970-34CD-B940E92CAEC5}"/>
              </a:ext>
            </a:extLst>
          </p:cNvPr>
          <p:cNvSpPr txBox="1">
            <a:spLocks/>
          </p:cNvSpPr>
          <p:nvPr/>
        </p:nvSpPr>
        <p:spPr>
          <a:xfrm>
            <a:off x="11801959" y="6480209"/>
            <a:ext cx="3900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C3445D-6A7D-42D6-80E7-A7398DC8A128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34" name="Rectangle 2">
            <a:extLst>
              <a:ext uri="{FF2B5EF4-FFF2-40B4-BE49-F238E27FC236}">
                <a16:creationId xmlns:a16="http://schemas.microsoft.com/office/drawing/2014/main" id="{87937E6E-C879-C25C-B389-4570E35237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082970"/>
              </p:ext>
            </p:extLst>
          </p:nvPr>
        </p:nvGraphicFramePr>
        <p:xfrm>
          <a:off x="5057775" y="987425"/>
          <a:ext cx="5756275" cy="4697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3770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3E4E1-3DB6-0B65-DB95-AD5538CA5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507" y="764372"/>
            <a:ext cx="7434070" cy="1432289"/>
          </a:xfrm>
        </p:spPr>
        <p:txBody>
          <a:bodyPr>
            <a:normAutofit/>
          </a:bodyPr>
          <a:lstStyle/>
          <a:p>
            <a:r>
              <a:rPr lang="en-IN" dirty="0"/>
              <a:t>Context &amp; objectives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E6AAA93-EC5F-4241-A5A3-7E599ABC0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50"/>
          <a:stretch/>
        </p:blipFill>
        <p:spPr>
          <a:xfrm rot="16200000">
            <a:off x="-1264032" y="2187574"/>
            <a:ext cx="6857999" cy="248285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4C520-227B-A4B1-CB24-7AEE894C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38100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9C3445D-6A7D-42D6-80E7-A7398DC8A12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C639F-7625-F959-6CD2-75E63F50D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0507" y="2628900"/>
            <a:ext cx="7454077" cy="3589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Objective:</a:t>
            </a:r>
            <a:br>
              <a:rPr lang="en-US" sz="1400" dirty="0"/>
            </a:br>
            <a:r>
              <a:rPr lang="en-US" sz="1400" dirty="0"/>
              <a:t>Design a scalable digital supply chain platform enabling suppliers, operators, and logistics partners to manage inventory, orders, and deliveries with real-time visibility.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In Scope</a:t>
            </a:r>
            <a:endParaRPr lang="en-US" sz="1400" dirty="0"/>
          </a:p>
          <a:p>
            <a:r>
              <a:rPr lang="en-US" sz="1400" dirty="0"/>
              <a:t>Supply chain platform (web &amp; mobile)</a:t>
            </a:r>
          </a:p>
          <a:p>
            <a:r>
              <a:rPr lang="en-US" sz="1400" dirty="0"/>
              <a:t>Inventory &amp; order management</a:t>
            </a:r>
          </a:p>
          <a:p>
            <a:r>
              <a:rPr lang="en-US" sz="1400" dirty="0"/>
              <a:t>Supplier integration</a:t>
            </a:r>
          </a:p>
          <a:p>
            <a:r>
              <a:rPr lang="en-US" sz="1400" dirty="0"/>
              <a:t>Analytics dashboards</a:t>
            </a:r>
          </a:p>
          <a:p>
            <a:pPr marL="0" indent="0">
              <a:buNone/>
            </a:pPr>
            <a:r>
              <a:rPr lang="en-US" sz="1400" b="1" dirty="0"/>
              <a:t>Out of Scope</a:t>
            </a:r>
            <a:endParaRPr lang="en-US" sz="1400" dirty="0"/>
          </a:p>
          <a:p>
            <a:r>
              <a:rPr lang="en-US" sz="1400" dirty="0"/>
              <a:t>Supplier ERP changes</a:t>
            </a:r>
          </a:p>
          <a:p>
            <a:r>
              <a:rPr lang="en-US" sz="1400" dirty="0"/>
              <a:t>Logistics internal systems</a:t>
            </a:r>
          </a:p>
          <a:p>
            <a:r>
              <a:rPr lang="en-US" sz="1400" dirty="0"/>
              <a:t>Hardware/infrastructure changes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F5DDABE-19D5-0B4D-B2B2-1296F51C0BEA}"/>
              </a:ext>
            </a:extLst>
          </p:cNvPr>
          <p:cNvSpPr txBox="1">
            <a:spLocks/>
          </p:cNvSpPr>
          <p:nvPr/>
        </p:nvSpPr>
        <p:spPr>
          <a:xfrm>
            <a:off x="3936570" y="6474377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Agile Delivery for Scalable Supply Chain Platform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F8944F8-CB3D-CEAF-6C39-24B4B110457F}"/>
              </a:ext>
            </a:extLst>
          </p:cNvPr>
          <p:cNvSpPr txBox="1">
            <a:spLocks/>
          </p:cNvSpPr>
          <p:nvPr/>
        </p:nvSpPr>
        <p:spPr>
          <a:xfrm>
            <a:off x="11801959" y="6480209"/>
            <a:ext cx="3900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C3445D-6A7D-42D6-80E7-A7398DC8A12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30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6188CA-7AC9-DA88-9F89-C6665A7E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&amp; Non-Functional Requirements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EB2CD2-3C7C-AE5C-B2A6-55B41AFAB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0577" y="2183802"/>
            <a:ext cx="5233824" cy="823912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+mj-lt"/>
              </a:rPr>
              <a:t>Functional Scope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E4E5ED-FE2C-1F72-F5A5-0AE219E1B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641" y="3009981"/>
            <a:ext cx="5311775" cy="3086019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/>
              <a:t>The platform will deliver </a:t>
            </a:r>
            <a:r>
              <a:rPr lang="en-US" sz="1100" b="1" dirty="0"/>
              <a:t>an end-to-end digital solution for managing supplier onboarding, inventory visibility, order processing, and delivery tracking across web and mobile channels</a:t>
            </a:r>
            <a:r>
              <a:rPr lang="en-US" sz="1100" dirty="0"/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allowing businesses to oversee inventory, orders, and deliveries via both web and mobile interfaces.</a:t>
            </a: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Authorized business users will have the capability to </a:t>
            </a:r>
            <a:r>
              <a:rPr lang="en-US" sz="1100" b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initiate and oversee orders with multiple third-party suppliers</a:t>
            </a: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covering the entire order lifecycle within the platform.</a:t>
            </a: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The system will </a:t>
            </a:r>
            <a:r>
              <a:rPr lang="en-US" sz="1100" b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streamline inventory control, order processing, and product tracking</a:t>
            </a: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offering real-time insights into product availability and delivery progress.</a:t>
            </a: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 data platform will facilitate the </a:t>
            </a:r>
            <a:r>
              <a:rPr lang="en-US" sz="1100" b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gathering, analysis, and reporting of operational data</a:t>
            </a: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to enhance demand and supply planning, support decision-making, and improve operational efficiency.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Additionally, the solution will provide </a:t>
            </a:r>
            <a:r>
              <a:rPr lang="en-US" sz="1100" b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near real-time monitoring and operational analytics</a:t>
            </a: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empowering production teams to effectively oversee platform health and perf.</a:t>
            </a:r>
            <a:endParaRPr lang="en-US" sz="11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2AC258-BBEF-1D2A-5A03-8D29046CD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7602" y="2183802"/>
            <a:ext cx="5308598" cy="823912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+mj-lt"/>
              </a:rPr>
              <a:t>Non-Functional Requirements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89F553-31C1-8889-EB79-CBBA1B555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5585" y="2944658"/>
            <a:ext cx="5334000" cy="3086019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/>
              <a:t>Performance</a:t>
            </a:r>
            <a:r>
              <a:rPr lang="en-US" sz="1100" dirty="0"/>
              <a:t> – API response time &lt; </a:t>
            </a:r>
            <a:r>
              <a:rPr lang="en-US" sz="1100" b="1" dirty="0"/>
              <a:t>2 seconds</a:t>
            </a:r>
            <a:r>
              <a:rPr lang="en-US" sz="1100" dirty="0"/>
              <a:t> under normal load; validated through performance testing.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/>
              <a:t>Usability</a:t>
            </a:r>
            <a:r>
              <a:rPr lang="en-US" sz="1100" dirty="0"/>
              <a:t> – </a:t>
            </a:r>
            <a:r>
              <a:rPr lang="en-US" sz="1100" b="1" dirty="0"/>
              <a:t>Responsive web and mobile interfaces</a:t>
            </a:r>
            <a:r>
              <a:rPr lang="en-US" sz="1100" dirty="0"/>
              <a:t> supporting consistent experience across devices.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/>
              <a:t>Security</a:t>
            </a:r>
            <a:r>
              <a:rPr lang="en-US" sz="1100" dirty="0"/>
              <a:t> – </a:t>
            </a:r>
            <a:r>
              <a:rPr lang="en-US" sz="1100" b="1" dirty="0"/>
              <a:t>RBAC-based access control</a:t>
            </a:r>
            <a:r>
              <a:rPr lang="en-US" sz="1100" dirty="0"/>
              <a:t> with complete </a:t>
            </a:r>
            <a:r>
              <a:rPr lang="en-US" sz="1100" b="1" dirty="0"/>
              <a:t>audit trail</a:t>
            </a:r>
            <a:r>
              <a:rPr lang="en-US" sz="1100" dirty="0"/>
              <a:t> for all data operations.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/>
              <a:t>Availability</a:t>
            </a:r>
            <a:r>
              <a:rPr lang="en-US" sz="1100" dirty="0"/>
              <a:t> – Platform designed for </a:t>
            </a:r>
            <a:r>
              <a:rPr lang="en-US" sz="1100" b="1" dirty="0"/>
              <a:t>99.99% uptime SLA</a:t>
            </a:r>
            <a:r>
              <a:rPr lang="en-US" sz="1100" dirty="0"/>
              <a:t> with continuous access during business operations.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/>
              <a:t>Scalability</a:t>
            </a:r>
            <a:r>
              <a:rPr lang="en-US" sz="1100" dirty="0"/>
              <a:t> – </a:t>
            </a:r>
            <a:r>
              <a:rPr lang="en-US" sz="1100" b="1" dirty="0"/>
              <a:t>Auto-scaling services</a:t>
            </a:r>
            <a:r>
              <a:rPr lang="en-US" sz="1100" dirty="0"/>
              <a:t> to handle varying workloads without manual intervention.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/>
              <a:t>Maintainability</a:t>
            </a:r>
            <a:r>
              <a:rPr lang="en-US" sz="1100" dirty="0"/>
              <a:t> – </a:t>
            </a:r>
            <a:r>
              <a:rPr lang="en-US" sz="1100" b="1" dirty="0"/>
              <a:t>Centralized logging and diagnostics</a:t>
            </a:r>
            <a:r>
              <a:rPr lang="en-US" sz="1100" dirty="0"/>
              <a:t> to enable faster issue identification and resolution.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/>
              <a:t>Supportability</a:t>
            </a:r>
            <a:r>
              <a:rPr lang="en-US" sz="1100" dirty="0"/>
              <a:t> – </a:t>
            </a:r>
            <a:r>
              <a:rPr lang="en-US" sz="1100" b="1" dirty="0"/>
              <a:t>Real-time monitoring and alerts</a:t>
            </a:r>
            <a:r>
              <a:rPr lang="en-US" sz="1100" dirty="0"/>
              <a:t> for application and infrastructure health.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/>
              <a:t>Extensibility</a:t>
            </a:r>
            <a:r>
              <a:rPr lang="en-US" sz="1100" dirty="0"/>
              <a:t> – </a:t>
            </a:r>
            <a:r>
              <a:rPr lang="en-US" sz="1100" b="1" dirty="0"/>
              <a:t>Modular architecture</a:t>
            </a:r>
            <a:r>
              <a:rPr lang="en-US" sz="1100" dirty="0"/>
              <a:t> allowing new services or integrations without impacting existing functionality.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25E4F8-06CF-C71E-EE00-152EDF8E4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Agile Delivery for Scalable Supply Chain Platform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F78F5E-D5A8-C9C9-275E-E9005A76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14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E7C2B-0667-4A2C-0F5E-A75DEADB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AGILE Delivery PLAN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ACD53423-6685-41EC-275D-6BB895B24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7319367"/>
              </p:ext>
            </p:extLst>
          </p:nvPr>
        </p:nvGraphicFramePr>
        <p:xfrm>
          <a:off x="142875" y="1485900"/>
          <a:ext cx="12001501" cy="5086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0B1F9-49D4-881F-18C8-3E7B2B252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Agile Delivery for Scalable Supply Chain Platform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9EA3E-EDFF-CEFA-2DBD-748CE498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9C3445D-6A7D-42D6-80E7-A7398DC8A12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307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7EC68-4910-9F95-0DE5-46EE6AD63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0B9F-1A3B-2FEC-AE5D-AF4E5FA43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Solution Architecture Overview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3575510-5B7B-A154-F837-64BEA339A6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5540797"/>
              </p:ext>
            </p:extLst>
          </p:nvPr>
        </p:nvGraphicFramePr>
        <p:xfrm>
          <a:off x="700755" y="2273181"/>
          <a:ext cx="10912980" cy="401652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714666">
                  <a:extLst>
                    <a:ext uri="{9D8B030D-6E8A-4147-A177-3AD203B41FA5}">
                      <a16:colId xmlns:a16="http://schemas.microsoft.com/office/drawing/2014/main" val="3845179607"/>
                    </a:ext>
                  </a:extLst>
                </a:gridCol>
                <a:gridCol w="3599157">
                  <a:extLst>
                    <a:ext uri="{9D8B030D-6E8A-4147-A177-3AD203B41FA5}">
                      <a16:colId xmlns:a16="http://schemas.microsoft.com/office/drawing/2014/main" val="3751193310"/>
                    </a:ext>
                  </a:extLst>
                </a:gridCol>
                <a:gridCol w="3599157">
                  <a:extLst>
                    <a:ext uri="{9D8B030D-6E8A-4147-A177-3AD203B41FA5}">
                      <a16:colId xmlns:a16="http://schemas.microsoft.com/office/drawing/2014/main" val="1575808483"/>
                    </a:ext>
                  </a:extLst>
                </a:gridCol>
              </a:tblGrid>
              <a:tr h="2179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1️⃣ Experience Layer – Multi-Channel Access</a:t>
                      </a:r>
                    </a:p>
                    <a:p>
                      <a:pPr marL="0" indent="0">
                        <a:buNone/>
                      </a:pPr>
                      <a:endParaRPr lang="en-US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Platform supports:</a:t>
                      </a:r>
                    </a:p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• iOS (Swift)</a:t>
                      </a:r>
                      <a:br>
                        <a:rPr lang="en-US" sz="10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• Android (Kotlin)</a:t>
                      </a:r>
                      <a:br>
                        <a:rPr lang="en-US" sz="10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• Web Portal (ReactJS)</a:t>
                      </a:r>
                    </a:p>
                    <a:p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Clients interact through REST APIs ensuring consistent logic and secure access across devices.</a:t>
                      </a:r>
                    </a:p>
                    <a:p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👉 UI remains thin — business logic resides in APIs.</a:t>
                      </a:r>
                    </a:p>
                  </a:txBody>
                  <a:tcPr marL="108687" marR="21603" marT="54343" marB="543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3️⃣ Business Services Layer</a:t>
                      </a:r>
                    </a:p>
                    <a:p>
                      <a:endParaRPr lang="en-US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Modular domain services handling core supply-chain processes.</a:t>
                      </a:r>
                    </a:p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• Inventory Service</a:t>
                      </a:r>
                      <a:br>
                        <a:rPr lang="en-US" sz="10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• Order Management</a:t>
                      </a:r>
                      <a:br>
                        <a:rPr lang="en-US" sz="10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• Supplier Integration</a:t>
                      </a:r>
                      <a:br>
                        <a:rPr lang="en-US" sz="10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• Tracking Service</a:t>
                      </a:r>
                    </a:p>
                    <a:p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Services communicate via standard APIs.</a:t>
                      </a:r>
                    </a:p>
                    <a:p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👉 Business logic centralized and independently scalable.</a:t>
                      </a:r>
                    </a:p>
                  </a:txBody>
                  <a:tcPr marL="108687" marR="21603" marT="54343" marB="54343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5️⃣ Data Platform</a:t>
                      </a:r>
                    </a:p>
                    <a:p>
                      <a:endParaRPr lang="en-US" sz="10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Supports operational data and analytics.</a:t>
                      </a:r>
                    </a:p>
                    <a:p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SQL Server / PostgreSQL – transactional data</a:t>
                      </a:r>
                      <a:br>
                        <a:rPr lang="en-US" sz="1000" b="1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• Python pipelines – data processing</a:t>
                      </a:r>
                      <a:br>
                        <a:rPr lang="en-US" sz="1000" b="1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• Power BI dashboards – reporting</a:t>
                      </a:r>
                    </a:p>
                    <a:p>
                      <a:endParaRPr lang="en-US" sz="1000" b="1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👉 Operational and analytical workloads separated.</a:t>
                      </a:r>
                    </a:p>
                  </a:txBody>
                  <a:tcPr marL="108687" marR="21603" marT="54343" marB="54343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814108"/>
                  </a:ext>
                </a:extLst>
              </a:tr>
              <a:tr h="1836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2️⃣ Secure API Layer (.NET Core)</a:t>
                      </a:r>
                    </a:p>
                    <a:p>
                      <a:pPr marL="0" indent="0">
                        <a:buNone/>
                      </a:pPr>
                      <a:endParaRPr lang="en-US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Central gateway for all client interactions.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/>
                        <a:t>SSO authentication through Azure AD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/>
                        <a:t>Role-based access control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/>
                        <a:t>Request validation and API governance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/>
                        <a:t>Centralized audit logging</a:t>
                      </a:r>
                    </a:p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Routes validated requests to backend services.</a:t>
                      </a:r>
                    </a:p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👉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Controls access, security, and API governance.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8687" marR="21603" marT="54343" marB="543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4️⃣ Integration Layer</a:t>
                      </a:r>
                    </a:p>
                    <a:p>
                      <a:endParaRPr lang="en-US" sz="10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Handles communication with external platforms.</a:t>
                      </a:r>
                    </a:p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Supplier Systems</a:t>
                      </a:r>
                      <a:br>
                        <a:rPr 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SAP Cloud</a:t>
                      </a:r>
                      <a:br>
                        <a:rPr 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Logistics Platforms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Connectors isolate external dependencies from internal services.</a:t>
                      </a:r>
                    </a:p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👉 </a:t>
                      </a: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External failures do not impact core services.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108687" marR="21603" marT="54343" marB="54343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6️⃣ Cloud &amp; DevOps Foundation (Azure)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dirty="0"/>
                        <a:t>Provides the underlying platform capabilities.</a:t>
                      </a:r>
                    </a:p>
                    <a:p>
                      <a:r>
                        <a:rPr lang="en-US" sz="1000" dirty="0"/>
                        <a:t>• </a:t>
                      </a:r>
                      <a:r>
                        <a:rPr lang="en-US" sz="1000" b="1" dirty="0"/>
                        <a:t>Azure App Services / Containers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• </a:t>
                      </a:r>
                      <a:r>
                        <a:rPr lang="en-US" sz="1000" b="1" dirty="0"/>
                        <a:t>CI/CD pipelines (Azure DevOps)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• </a:t>
                      </a:r>
                      <a:r>
                        <a:rPr lang="en-US" sz="1000" b="1" dirty="0"/>
                        <a:t>Monitoring &amp; Observability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• </a:t>
                      </a:r>
                      <a:r>
                        <a:rPr lang="en-US" sz="1000" b="1" dirty="0"/>
                        <a:t>Auto-scaling infrastructure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👉 </a:t>
                      </a:r>
                      <a:r>
                        <a:rPr lang="en-US" sz="1000" b="1" dirty="0"/>
                        <a:t>Supports SLA, performance, and operational resilience.</a:t>
                      </a:r>
                      <a:endParaRPr lang="en-US" sz="1000" dirty="0"/>
                    </a:p>
                  </a:txBody>
                  <a:tcPr marL="108687" marR="21603" marT="54343" marB="54343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04179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892055-6A75-A5A7-65E4-6943DBFFC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2B6A3-7B2C-E7AC-E694-630FDB380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99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E9BBF-3E2F-39D9-42CF-9D2724CB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C82C6-FDFF-3F04-5687-0498543B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764373"/>
            <a:ext cx="5355335" cy="1600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/>
              <a:t>Architecture Benefits &amp; WORKFLOW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61C93E-3EFC-3D35-AA40-07CA8454F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8533" y="2364572"/>
            <a:ext cx="4916155" cy="406365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000" b="1" dirty="0"/>
              <a:t>Scalable Microservices</a:t>
            </a:r>
            <a:br>
              <a:rPr lang="en-US" sz="1000" dirty="0"/>
            </a:br>
            <a:r>
              <a:rPr lang="en-US" sz="1000" dirty="0"/>
              <a:t>Independent services (Inventory, Orders, Supplier, Tracking) scale without impacting the full platform.</a:t>
            </a:r>
          </a:p>
          <a:p>
            <a:r>
              <a:rPr lang="en-US" sz="1000" b="1" dirty="0"/>
              <a:t>Secure API Access</a:t>
            </a:r>
            <a:br>
              <a:rPr lang="en-US" sz="1000" dirty="0"/>
            </a:br>
            <a:r>
              <a:rPr lang="en-US" sz="1000" dirty="0"/>
              <a:t>API Gateway + SSO enable authentication, rate limiting, and controlled access.</a:t>
            </a:r>
          </a:p>
          <a:p>
            <a:r>
              <a:rPr lang="en-US" sz="1000" b="1" dirty="0"/>
              <a:t>Real-Time Visibility</a:t>
            </a:r>
            <a:br>
              <a:rPr lang="en-US" sz="1000" dirty="0"/>
            </a:br>
            <a:r>
              <a:rPr lang="en-US" sz="1000" dirty="0"/>
              <a:t>Event-driven messaging supports near real-time inventory and order lifecycle updates.</a:t>
            </a:r>
          </a:p>
          <a:p>
            <a:r>
              <a:rPr lang="en-US" sz="1000" b="1" dirty="0"/>
              <a:t>High Availability Architecture</a:t>
            </a:r>
            <a:br>
              <a:rPr lang="en-US" sz="1000" dirty="0"/>
            </a:br>
            <a:r>
              <a:rPr lang="en-US" sz="1000" dirty="0"/>
              <a:t>Azure deployment with containerization enables auto-scaling and 99.99% SLA resilience.</a:t>
            </a:r>
          </a:p>
          <a:p>
            <a:r>
              <a:rPr lang="en-US" sz="1000" b="1" dirty="0"/>
              <a:t>Loose External Integrations</a:t>
            </a:r>
            <a:br>
              <a:rPr lang="en-US" sz="1000" dirty="0"/>
            </a:br>
            <a:r>
              <a:rPr lang="en-US" sz="1000" dirty="0"/>
              <a:t>Supplier, SAP, and logistics systems isolated through integration services.</a:t>
            </a:r>
          </a:p>
          <a:p>
            <a:r>
              <a:rPr lang="en-US" sz="1000" b="1" dirty="0"/>
              <a:t>Data &amp; Analytics Optimization</a:t>
            </a:r>
            <a:br>
              <a:rPr lang="en-US" sz="1000" dirty="0"/>
            </a:br>
            <a:r>
              <a:rPr lang="en-US" sz="1000" dirty="0"/>
              <a:t>Transactional systems separated from analytics pipelines (</a:t>
            </a:r>
            <a:r>
              <a:rPr lang="en-US" sz="1000" dirty="0" err="1"/>
              <a:t>PowerBI</a:t>
            </a:r>
            <a:r>
              <a:rPr lang="en-US" sz="1000" dirty="0"/>
              <a:t> insights).</a:t>
            </a:r>
          </a:p>
          <a:p>
            <a:r>
              <a:rPr lang="en-US" sz="1000" b="1" dirty="0"/>
              <a:t>Operational Observability</a:t>
            </a:r>
            <a:br>
              <a:rPr lang="en-US" sz="1000" dirty="0"/>
            </a:br>
            <a:r>
              <a:rPr lang="en-US" sz="1000" dirty="0"/>
              <a:t>Centralized monitoring, logging, and alerting for faster issue resolution.</a:t>
            </a:r>
          </a:p>
          <a:p>
            <a:r>
              <a:rPr lang="en-US" sz="1000" b="1" dirty="0"/>
              <a:t>Extensible Platform Design</a:t>
            </a:r>
            <a:br>
              <a:rPr lang="en-US" sz="1000" dirty="0"/>
            </a:br>
            <a:r>
              <a:rPr lang="en-US" sz="1000" dirty="0"/>
              <a:t>API-first modular design enabling easy addition of suppliers and capabilities.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29C10-DB71-B9DD-A7A7-0DC6F5EF7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8859" y="429769"/>
            <a:ext cx="6181076" cy="59984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Client Apps </a:t>
            </a:r>
          </a:p>
          <a:p>
            <a:pPr marL="0" indent="0" algn="ctr">
              <a:buNone/>
            </a:pPr>
            <a:r>
              <a:rPr lang="en-US" dirty="0"/>
              <a:t>(Web &amp; Mobile)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/>
              <a:t>API Gateway / Edge Security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/>
              <a:t>Identity Service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/>
              <a:t>Microservices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/>
              <a:t>Event Bus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/>
              <a:t>Databases / Analytics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/>
              <a:t>Azure Infrastructure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080C2-83CD-501F-5CAC-EB3351D9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7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BA533DA-F96F-CEAB-5CD0-6266AA23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570" y="6474377"/>
            <a:ext cx="7772400" cy="365125"/>
          </a:xfrm>
        </p:spPr>
        <p:txBody>
          <a:bodyPr/>
          <a:lstStyle/>
          <a:p>
            <a:r>
              <a:rPr lang="en-US" dirty="0"/>
              <a:t>Agile Delivery for Scalable Supply Chain Platform</a:t>
            </a:r>
          </a:p>
        </p:txBody>
      </p:sp>
    </p:spTree>
    <p:extLst>
      <p:ext uri="{BB962C8B-B14F-4D97-AF65-F5344CB8AC3E}">
        <p14:creationId xmlns:p14="http://schemas.microsoft.com/office/powerpoint/2010/main" val="3361198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BD7A-8DDF-F929-6CCD-76E050854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2628900"/>
            <a:ext cx="4114800" cy="1600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/>
              <a:t>Reference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C91B01-ED91-D075-D246-A84AA0B3C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763" y="847725"/>
            <a:ext cx="6713207" cy="548815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AD561-4986-3638-DE5A-EC5B7835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6EE290E-561D-7C9F-BBAE-A1D14CCF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570" y="6474377"/>
            <a:ext cx="7772400" cy="365125"/>
          </a:xfrm>
        </p:spPr>
        <p:txBody>
          <a:bodyPr/>
          <a:lstStyle/>
          <a:p>
            <a:r>
              <a:rPr lang="en-US" dirty="0"/>
              <a:t>Agile Delivery for Scalable Supply Chain Platform</a:t>
            </a:r>
          </a:p>
        </p:txBody>
      </p:sp>
    </p:spTree>
    <p:extLst>
      <p:ext uri="{BB962C8B-B14F-4D97-AF65-F5344CB8AC3E}">
        <p14:creationId xmlns:p14="http://schemas.microsoft.com/office/powerpoint/2010/main" val="2120639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1DE6-CB1B-6D72-F497-ABFDC786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4000" dirty="0"/>
              <a:t>Scrum Rhythm </a:t>
            </a:r>
            <a:endParaRPr lang="en-US" dirty="0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8B42245B-94C5-146B-E880-2738CD441A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33178"/>
              </p:ext>
            </p:extLst>
          </p:nvPr>
        </p:nvGraphicFramePr>
        <p:xfrm>
          <a:off x="4995582" y="726393"/>
          <a:ext cx="6510618" cy="5492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E79318-A0E3-C284-A8B8-46A6800BA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-------------------------------------------------</a:t>
            </a:r>
            <a:endParaRPr lang="en-US" b="1" dirty="0"/>
          </a:p>
          <a:p>
            <a:r>
              <a:rPr lang="en-US" b="1" dirty="0"/>
              <a:t>Artifacts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Product backlog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Sprint backlog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Release roadmap</a:t>
            </a:r>
          </a:p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-------------------------------------------------</a:t>
            </a:r>
          </a:p>
          <a:p>
            <a:r>
              <a:rPr lang="en-US" b="1" dirty="0"/>
              <a:t>Key Delivery Metrics</a:t>
            </a: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/>
              <a:t>Sprint Velocity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/>
              <a:t>Sprint Burndown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/>
              <a:t>Defect Leakage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/>
              <a:t>Lead Time / Cycle Time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E5C20-0BC1-1558-685D-32D713BA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Agile Delivery for Scalable Supply Chain Platform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D29E0-9714-6E91-4A5D-22766FFED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1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CB22EB-FF48-373D-2602-6BE9D23AB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633" y="427227"/>
            <a:ext cx="8610599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Definition of Ready &amp; Done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8DB4C9-410A-F786-A515-23C9F0895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b="1" dirty="0"/>
              <a:t>Definition of Ready</a:t>
            </a:r>
            <a:endParaRPr lang="en-US" sz="20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EAB7C53-65EA-B301-59F7-E879B19698AD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Story enters sprint only if: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 workflow identified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NFR expectations 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contract agreed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dependencies validated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&amp; monitoring impacts assessed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326E6B-6D9F-647F-2E99-C69D20096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000" b="1" dirty="0"/>
              <a:t>Definition of Done</a:t>
            </a:r>
            <a:endParaRPr lang="en-US" sz="20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1F728F3-EA0E-CFFB-3120-CCA9AB7D12A3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Story completed only when: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validated (Web + Mobile)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performance benchmark met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 &amp; RBAC verified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tests passed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dashboards updated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critical defects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9EE984-97C4-28BB-BD17-831219E4FB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b="1" dirty="0"/>
              <a:t>Operational Controls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B9C75D-8025-CE47-2CC6-4FB49EC5338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20"/>
          </a:xfrm>
        </p:spPr>
        <p:txBody>
          <a:bodyPr>
            <a:normAutofit/>
          </a:bodyPr>
          <a:lstStyle/>
          <a:p>
            <a:r>
              <a:rPr lang="en-US" b="1" dirty="0"/>
              <a:t>SLA Gate</a:t>
            </a:r>
            <a:r>
              <a:rPr lang="en-US" dirty="0"/>
              <a:t> – performance validation</a:t>
            </a:r>
          </a:p>
          <a:p>
            <a:r>
              <a:rPr lang="en-US" b="1" dirty="0"/>
              <a:t>Observability Gate</a:t>
            </a:r>
            <a:r>
              <a:rPr lang="en-US" dirty="0"/>
              <a:t> – structured logs &amp; alerts</a:t>
            </a:r>
          </a:p>
          <a:p>
            <a:r>
              <a:rPr lang="en-US" b="1" dirty="0"/>
              <a:t>Data Integrity Gate</a:t>
            </a:r>
            <a:r>
              <a:rPr lang="en-US" dirty="0"/>
              <a:t> – reporting consistency</a:t>
            </a:r>
          </a:p>
          <a:p>
            <a:r>
              <a:rPr lang="en-US" b="1" dirty="0"/>
              <a:t>Platform Consistency</a:t>
            </a:r>
            <a:r>
              <a:rPr lang="en-US" dirty="0"/>
              <a:t> – Web &amp; Mobile parity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FB7C8B-C5C2-05CE-124B-7EBCB4DB0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B93304-CE2D-A925-6193-C2CD0253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CB52C-269C-BAC7-C1AD-30D6AD694188}"/>
              </a:ext>
            </a:extLst>
          </p:cNvPr>
          <p:cNvSpPr txBox="1"/>
          <p:nvPr/>
        </p:nvSpPr>
        <p:spPr>
          <a:xfrm>
            <a:off x="571500" y="5915638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👉</a:t>
            </a:r>
            <a:r>
              <a:rPr lang="en-US" sz="1100" b="1" dirty="0"/>
              <a:t> </a:t>
            </a:r>
            <a:r>
              <a:rPr lang="en-US" sz="1100" dirty="0"/>
              <a:t>Backlog baseline established during Sprint-0 with scope changes managed through backlog reprioritization within fixed delivery capacity.</a:t>
            </a:r>
          </a:p>
        </p:txBody>
      </p:sp>
    </p:spTree>
    <p:extLst>
      <p:ext uri="{BB962C8B-B14F-4D97-AF65-F5344CB8AC3E}">
        <p14:creationId xmlns:p14="http://schemas.microsoft.com/office/powerpoint/2010/main" val="1876116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>
            <a:extLst>
              <a:ext uri="{FF2B5EF4-FFF2-40B4-BE49-F238E27FC236}">
                <a16:creationId xmlns:a16="http://schemas.microsoft.com/office/drawing/2014/main" id="{DA9F4773-7113-47E3-991C-193DDD611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8CC217F-2C90-EFDB-5C39-D2D15CF6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Engineering Excellence &amp; Delivery Acceleration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CDE96AD-C538-AE13-B9AE-B886B9CDA5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1131497"/>
              </p:ext>
            </p:extLst>
          </p:nvPr>
        </p:nvGraphicFramePr>
        <p:xfrm>
          <a:off x="685800" y="2205823"/>
          <a:ext cx="10887075" cy="40521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B60B92A-E94A-E1E1-4875-57A1F1F4D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570" y="6474377"/>
            <a:ext cx="7772400" cy="365125"/>
          </a:xfrm>
        </p:spPr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576F11A-765F-96A0-0C49-1BA221B7F9EC}"/>
              </a:ext>
            </a:extLst>
          </p:cNvPr>
          <p:cNvSpPr txBox="1">
            <a:spLocks/>
          </p:cNvSpPr>
          <p:nvPr/>
        </p:nvSpPr>
        <p:spPr>
          <a:xfrm>
            <a:off x="11801959" y="6480209"/>
            <a:ext cx="3900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C3445D-6A7D-42D6-80E7-A7398DC8A12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66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43261-FF4D-2E49-8A81-9231E521B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2100" y="1783266"/>
            <a:ext cx="2441576" cy="617320"/>
          </a:xfrm>
        </p:spPr>
        <p:txBody>
          <a:bodyPr anchor="ctr">
            <a:normAutofit/>
          </a:bodyPr>
          <a:lstStyle/>
          <a:p>
            <a:pPr algn="ctr"/>
            <a:r>
              <a:rPr lang="en-US" sz="1800" b="1" dirty="0"/>
              <a:t>Governance Cadence</a:t>
            </a:r>
            <a:endParaRPr lang="en-US" sz="18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4E14586-DA5E-591D-6A32-04E8D4AB2D7E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234450" y="2410111"/>
            <a:ext cx="2441577" cy="34489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100" b="1" dirty="0"/>
              <a:t>Daily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100" dirty="0"/>
              <a:t>Scrum ceremonies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100" dirty="0"/>
              <a:t>Scrum of Scrums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100" b="1" dirty="0"/>
              <a:t>Weekly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100" dirty="0"/>
              <a:t>Status report (WSR)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100" dirty="0"/>
              <a:t>Sprint metrics review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100" b="1" dirty="0"/>
              <a:t>Monthly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100" dirty="0"/>
              <a:t>Client governance (MBR)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100" dirty="0"/>
              <a:t>Delivery &amp; financial health review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100" b="1" dirty="0"/>
              <a:t>Release Checkpoints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100" dirty="0"/>
              <a:t>Architecture review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100" dirty="0"/>
              <a:t>Go-live readiness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21358E-2A0E-7E58-7805-44CDA68CF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5924" y="1774052"/>
            <a:ext cx="3456433" cy="6265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800" b="1" dirty="0"/>
              <a:t>Delivery Team Structure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D7C93E4-EC1E-A069-C39C-258493B2C5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98924" y="1774052"/>
            <a:ext cx="4797909" cy="6265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1800" b="1" dirty="0"/>
              <a:t>RACI Matrix</a:t>
            </a:r>
            <a:endParaRPr lang="en-US" sz="18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12411-22C6-180E-4A77-C53B5C99E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A167C-476F-0E73-DA17-933679DD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09DC7-C87E-1006-89E1-B3CE4BA55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Project Governance </a:t>
            </a:r>
            <a:r>
              <a:rPr lang="en-US"/>
              <a:t>&amp; Resource loading</a:t>
            </a:r>
            <a:endParaRPr lang="en-US" dirty="0"/>
          </a:p>
        </p:txBody>
      </p:sp>
      <p:graphicFrame>
        <p:nvGraphicFramePr>
          <p:cNvPr id="18" name="Content Placeholder 12">
            <a:extLst>
              <a:ext uri="{FF2B5EF4-FFF2-40B4-BE49-F238E27FC236}">
                <a16:creationId xmlns:a16="http://schemas.microsoft.com/office/drawing/2014/main" id="{E8DAA432-8729-485B-A005-1A45F896A6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7333221"/>
              </p:ext>
            </p:extLst>
          </p:nvPr>
        </p:nvGraphicFramePr>
        <p:xfrm>
          <a:off x="415924" y="2442011"/>
          <a:ext cx="3456432" cy="4081807"/>
        </p:xfrm>
        <a:graphic>
          <a:graphicData uri="http://schemas.openxmlformats.org/drawingml/2006/table">
            <a:tbl>
              <a:tblPr/>
              <a:tblGrid>
                <a:gridCol w="2022476">
                  <a:extLst>
                    <a:ext uri="{9D8B030D-6E8A-4147-A177-3AD203B41FA5}">
                      <a16:colId xmlns:a16="http://schemas.microsoft.com/office/drawing/2014/main" val="1550718729"/>
                    </a:ext>
                  </a:extLst>
                </a:gridCol>
                <a:gridCol w="1433956">
                  <a:extLst>
                    <a:ext uri="{9D8B030D-6E8A-4147-A177-3AD203B41FA5}">
                      <a16:colId xmlns:a16="http://schemas.microsoft.com/office/drawing/2014/main" val="331478672"/>
                    </a:ext>
                  </a:extLst>
                </a:gridCol>
              </a:tblGrid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 dirty="0"/>
                        <a:t>Role</a:t>
                      </a:r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dirty="0"/>
                        <a:t># of Resources</a:t>
                      </a:r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537845"/>
                  </a:ext>
                </a:extLst>
              </a:tr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dirty="0"/>
                        <a:t>Delivery Manager</a:t>
                      </a:r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dirty="0"/>
                        <a:t>1</a:t>
                      </a:r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089069"/>
                  </a:ext>
                </a:extLst>
              </a:tr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dirty="0"/>
                        <a:t>Solution Architect</a:t>
                      </a:r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dirty="0"/>
                        <a:t>1</a:t>
                      </a:r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992303"/>
                  </a:ext>
                </a:extLst>
              </a:tr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IN" sz="1100" b="0" dirty="0"/>
                        <a:t>Scrum Master</a:t>
                      </a:r>
                      <a:endParaRPr lang="en-US" sz="1100" b="0" dirty="0"/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0" dirty="0"/>
                        <a:t>2</a:t>
                      </a:r>
                      <a:endParaRPr lang="en-US" sz="1100" b="0" dirty="0"/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738056"/>
                  </a:ext>
                </a:extLst>
              </a:tr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IN" sz="1100" dirty="0"/>
                        <a:t>Tech Leads</a:t>
                      </a:r>
                      <a:endParaRPr lang="en-US" sz="1100" dirty="0"/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3</a:t>
                      </a:r>
                      <a:endParaRPr lang="en-US" sz="1100" dirty="0"/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387384"/>
                  </a:ext>
                </a:extLst>
              </a:tr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dirty="0"/>
                        <a:t>Backend Engineers</a:t>
                      </a:r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5</a:t>
                      </a:r>
                      <a:endParaRPr lang="en-US" sz="1100" dirty="0"/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822041"/>
                  </a:ext>
                </a:extLst>
              </a:tr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dirty="0"/>
                        <a:t>Frontend Engineers</a:t>
                      </a:r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4</a:t>
                      </a:r>
                      <a:endParaRPr lang="en-US" sz="1100" dirty="0"/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339989"/>
                  </a:ext>
                </a:extLst>
              </a:tr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dirty="0"/>
                        <a:t>Mobile Engineers</a:t>
                      </a:r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3</a:t>
                      </a:r>
                      <a:endParaRPr lang="en-US" sz="1100" dirty="0"/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687891"/>
                  </a:ext>
                </a:extLst>
              </a:tr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IN" sz="1100" dirty="0"/>
                        <a:t>Business Analysts</a:t>
                      </a:r>
                      <a:endParaRPr lang="en-US" sz="1100" dirty="0"/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2</a:t>
                      </a:r>
                      <a:endParaRPr lang="en-US" sz="1100" dirty="0"/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618783"/>
                  </a:ext>
                </a:extLst>
              </a:tr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dirty="0"/>
                        <a:t>QA Engineers</a:t>
                      </a:r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4</a:t>
                      </a:r>
                      <a:endParaRPr lang="en-US" sz="1100" dirty="0"/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081663"/>
                  </a:ext>
                </a:extLst>
              </a:tr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dirty="0"/>
                        <a:t>DevOps Engineers</a:t>
                      </a:r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2</a:t>
                      </a:r>
                      <a:endParaRPr lang="en-US" sz="1100" dirty="0"/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708208"/>
                  </a:ext>
                </a:extLst>
              </a:tr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dirty="0"/>
                        <a:t>Data Analyst</a:t>
                      </a:r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1</a:t>
                      </a:r>
                      <a:endParaRPr lang="en-US" sz="1100" dirty="0"/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939961"/>
                  </a:ext>
                </a:extLst>
              </a:tr>
              <a:tr h="28472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IN" sz="1100" b="1" dirty="0"/>
                        <a:t>Total</a:t>
                      </a:r>
                      <a:endParaRPr lang="en-US" sz="1100" b="1" dirty="0"/>
                    </a:p>
                  </a:txBody>
                  <a:tcPr marL="45076" marR="45076" marT="22538" marB="22538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28</a:t>
                      </a:r>
                      <a:endParaRPr lang="en-US" sz="1100" b="1" dirty="0"/>
                    </a:p>
                  </a:txBody>
                  <a:tcPr marL="45076" marR="45076" marT="22538" marB="2253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134638"/>
                  </a:ext>
                </a:extLst>
              </a:tr>
              <a:tr h="284727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100" b="1" dirty="0"/>
                        <a:t>(5 Delivery Pods comprising of backend, frontend, mobile, QA &amp; DevOps)</a:t>
                      </a:r>
                      <a:endParaRPr lang="en-US" sz="1100" b="1" dirty="0"/>
                    </a:p>
                  </a:txBody>
                  <a:tcPr marL="45076" marR="45076" marT="22538" marB="22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b="1" dirty="0"/>
                    </a:p>
                  </a:txBody>
                  <a:tcPr marL="45076" marR="45076" marT="22538" marB="22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6589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BEBE0D1-94E1-36EE-21B4-917060ECD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107621"/>
              </p:ext>
            </p:extLst>
          </p:nvPr>
        </p:nvGraphicFramePr>
        <p:xfrm>
          <a:off x="4066029" y="2442010"/>
          <a:ext cx="4921482" cy="3128896"/>
        </p:xfrm>
        <a:graphic>
          <a:graphicData uri="http://schemas.openxmlformats.org/drawingml/2006/table">
            <a:tbl>
              <a:tblPr/>
              <a:tblGrid>
                <a:gridCol w="1079562">
                  <a:extLst>
                    <a:ext uri="{9D8B030D-6E8A-4147-A177-3AD203B41FA5}">
                      <a16:colId xmlns:a16="http://schemas.microsoft.com/office/drawing/2014/main" val="1341080072"/>
                    </a:ext>
                  </a:extLst>
                </a:gridCol>
                <a:gridCol w="768384">
                  <a:extLst>
                    <a:ext uri="{9D8B030D-6E8A-4147-A177-3AD203B41FA5}">
                      <a16:colId xmlns:a16="http://schemas.microsoft.com/office/drawing/2014/main" val="3155676720"/>
                    </a:ext>
                  </a:extLst>
                </a:gridCol>
                <a:gridCol w="768384">
                  <a:extLst>
                    <a:ext uri="{9D8B030D-6E8A-4147-A177-3AD203B41FA5}">
                      <a16:colId xmlns:a16="http://schemas.microsoft.com/office/drawing/2014/main" val="1887288574"/>
                    </a:ext>
                  </a:extLst>
                </a:gridCol>
                <a:gridCol w="768384">
                  <a:extLst>
                    <a:ext uri="{9D8B030D-6E8A-4147-A177-3AD203B41FA5}">
                      <a16:colId xmlns:a16="http://schemas.microsoft.com/office/drawing/2014/main" val="625198628"/>
                    </a:ext>
                  </a:extLst>
                </a:gridCol>
                <a:gridCol w="768384">
                  <a:extLst>
                    <a:ext uri="{9D8B030D-6E8A-4147-A177-3AD203B41FA5}">
                      <a16:colId xmlns:a16="http://schemas.microsoft.com/office/drawing/2014/main" val="437414282"/>
                    </a:ext>
                  </a:extLst>
                </a:gridCol>
                <a:gridCol w="768384">
                  <a:extLst>
                    <a:ext uri="{9D8B030D-6E8A-4147-A177-3AD203B41FA5}">
                      <a16:colId xmlns:a16="http://schemas.microsoft.com/office/drawing/2014/main" val="2030940534"/>
                    </a:ext>
                  </a:extLst>
                </a:gridCol>
              </a:tblGrid>
              <a:tr h="63146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Delivery Manager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Solution Architect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Product Owner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Scrum Master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Engineering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179781"/>
                  </a:ext>
                </a:extLst>
              </a:tr>
              <a:tr h="535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Architecture decisions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A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259760"/>
                  </a:ext>
                </a:extLst>
              </a:tr>
              <a:tr h="535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Backlog prioritization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I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0749"/>
                  </a:ext>
                </a:extLst>
              </a:tr>
              <a:tr h="44565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Sprint planning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A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840147"/>
                  </a:ext>
                </a:extLst>
              </a:tr>
              <a:tr h="535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Delivery execution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A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925937"/>
                  </a:ext>
                </a:extLst>
              </a:tr>
              <a:tr h="44565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Release approval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A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52991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261B98F-3016-8CB0-3789-893B8E6E3232}"/>
              </a:ext>
            </a:extLst>
          </p:cNvPr>
          <p:cNvSpPr txBox="1"/>
          <p:nvPr/>
        </p:nvSpPr>
        <p:spPr>
          <a:xfrm>
            <a:off x="4117353" y="5645918"/>
            <a:ext cx="115367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/>
              <a:t>Legend:</a:t>
            </a:r>
          </a:p>
          <a:p>
            <a:pPr>
              <a:buNone/>
            </a:pPr>
            <a:r>
              <a:rPr lang="en-US" sz="900" dirty="0"/>
              <a:t>R = Responsible</a:t>
            </a:r>
            <a:br>
              <a:rPr lang="en-US" sz="900" dirty="0"/>
            </a:br>
            <a:r>
              <a:rPr lang="en-US" sz="900" dirty="0"/>
              <a:t>A = Accountable</a:t>
            </a:r>
            <a:br>
              <a:rPr lang="en-US" sz="900" dirty="0"/>
            </a:br>
            <a:r>
              <a:rPr lang="en-US" sz="900" dirty="0"/>
              <a:t>C = Consulted</a:t>
            </a:r>
            <a:br>
              <a:rPr lang="en-US" sz="900" dirty="0"/>
            </a:br>
            <a:r>
              <a:rPr lang="en-US" sz="900" dirty="0"/>
              <a:t>I = Informed</a:t>
            </a:r>
          </a:p>
        </p:txBody>
      </p:sp>
      <p:sp>
        <p:nvSpPr>
          <p:cNvPr id="29" name="Callout: Left-Right Arrow 28">
            <a:extLst>
              <a:ext uri="{FF2B5EF4-FFF2-40B4-BE49-F238E27FC236}">
                <a16:creationId xmlns:a16="http://schemas.microsoft.com/office/drawing/2014/main" id="{F07FBB4F-219D-1F32-5B73-CD60600F4BD0}"/>
              </a:ext>
            </a:extLst>
          </p:cNvPr>
          <p:cNvSpPr/>
          <p:nvPr/>
        </p:nvSpPr>
        <p:spPr>
          <a:xfrm>
            <a:off x="3944849" y="1899365"/>
            <a:ext cx="45719" cy="4500000"/>
          </a:xfrm>
          <a:prstGeom prst="leftRightArrowCallout">
            <a:avLst>
              <a:gd name="adj1" fmla="val 25000"/>
              <a:gd name="adj2" fmla="val 25000"/>
              <a:gd name="adj3" fmla="val 0"/>
              <a:gd name="adj4" fmla="val 48123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allout: Left-Right Arrow 29">
            <a:extLst>
              <a:ext uri="{FF2B5EF4-FFF2-40B4-BE49-F238E27FC236}">
                <a16:creationId xmlns:a16="http://schemas.microsoft.com/office/drawing/2014/main" id="{CFE122EC-5B0D-F029-42FC-5E53A4E17466}"/>
              </a:ext>
            </a:extLst>
          </p:cNvPr>
          <p:cNvSpPr/>
          <p:nvPr/>
        </p:nvSpPr>
        <p:spPr>
          <a:xfrm>
            <a:off x="9061946" y="1899365"/>
            <a:ext cx="45719" cy="4500000"/>
          </a:xfrm>
          <a:prstGeom prst="leftRightArrowCallout">
            <a:avLst>
              <a:gd name="adj1" fmla="val 25000"/>
              <a:gd name="adj2" fmla="val 25000"/>
              <a:gd name="adj3" fmla="val 0"/>
              <a:gd name="adj4" fmla="val 48123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77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033B89-6F37-BBD9-3242-32232451B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7F0AACE-B9B5-6428-EF8F-B5D35CA7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13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83FE209-84A7-B60A-E50D-72BD227E5034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7179582" y="1500621"/>
            <a:ext cx="2160000" cy="617320"/>
          </a:xfrm>
        </p:spPr>
        <p:txBody>
          <a:bodyPr anchor="ctr"/>
          <a:lstStyle/>
          <a:p>
            <a:pPr algn="ctr"/>
            <a:r>
              <a:rPr lang="en-US" sz="1400" b="1" dirty="0"/>
              <a:t>Pod 4 – Platform Engineering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13619DE-6419-0C50-1DB1-4B8C0A01F9DF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7179582" y="2184789"/>
            <a:ext cx="2160000" cy="3420000"/>
          </a:xfrm>
        </p:spPr>
        <p:txBody>
          <a:bodyPr>
            <a:normAutofit/>
          </a:bodyPr>
          <a:lstStyle/>
          <a:p>
            <a:r>
              <a:rPr lang="en-US" sz="1100" b="1" dirty="0"/>
              <a:t>Focus</a:t>
            </a:r>
            <a:br>
              <a:rPr lang="en-US" sz="1100" dirty="0"/>
            </a:br>
            <a:r>
              <a:rPr lang="en-US" sz="1100" dirty="0"/>
              <a:t>External system integration and platform infrastructure enablement.</a:t>
            </a:r>
            <a:endParaRPr lang="en-US" sz="1100" b="1" dirty="0"/>
          </a:p>
          <a:p>
            <a:r>
              <a:rPr lang="en-US" sz="1100" b="1" dirty="0"/>
              <a:t>Team</a:t>
            </a:r>
          </a:p>
          <a:p>
            <a:r>
              <a:rPr lang="en-US" sz="1100" dirty="0"/>
              <a:t>Backend Engineer  (1)</a:t>
            </a:r>
          </a:p>
          <a:p>
            <a:r>
              <a:rPr lang="en-US" sz="1100" dirty="0"/>
              <a:t>DevOps Engineers (2)</a:t>
            </a:r>
          </a:p>
          <a:p>
            <a:r>
              <a:rPr lang="en-US" sz="1100" dirty="0"/>
              <a:t>QA Engineer  (1)</a:t>
            </a:r>
          </a:p>
          <a:p>
            <a:r>
              <a:rPr lang="en-US" sz="1100" b="1" dirty="0"/>
              <a:t>Scope</a:t>
            </a:r>
          </a:p>
          <a:p>
            <a:r>
              <a:rPr lang="en-US" sz="1100" dirty="0"/>
              <a:t>Supplier Integration APIs</a:t>
            </a:r>
          </a:p>
          <a:p>
            <a:r>
              <a:rPr lang="en-US" sz="1100" dirty="0"/>
              <a:t>SAP / logistics integrations</a:t>
            </a:r>
          </a:p>
          <a:p>
            <a:r>
              <a:rPr lang="en-US" sz="1100" dirty="0"/>
              <a:t>CI/CD pipelines</a:t>
            </a:r>
          </a:p>
          <a:p>
            <a:r>
              <a:rPr lang="en-US" sz="1100" dirty="0"/>
              <a:t>Infrastructure automation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6E1888-DEE3-3179-9B91-5E22E3BAA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349" y="1500621"/>
            <a:ext cx="2160000" cy="617320"/>
          </a:xfrm>
        </p:spPr>
        <p:txBody>
          <a:bodyPr anchor="ctr"/>
          <a:lstStyle/>
          <a:p>
            <a:pPr algn="ctr"/>
            <a:r>
              <a:rPr lang="pl-PL" sz="1400" b="1" dirty="0"/>
              <a:t>Pod 1</a:t>
            </a:r>
            <a:r>
              <a:rPr lang="en-IN" sz="1400" b="1" dirty="0"/>
              <a:t> </a:t>
            </a:r>
            <a:r>
              <a:rPr lang="pl-PL" sz="1400" b="1" dirty="0"/>
              <a:t>Web Platform (MVP Core)</a:t>
            </a:r>
            <a:endParaRPr lang="en-US" sz="1400" b="1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5A0178-8205-A5BC-DB84-EBF11D43E20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98349" y="2197604"/>
            <a:ext cx="2160000" cy="3420000"/>
          </a:xfrm>
        </p:spPr>
        <p:txBody>
          <a:bodyPr>
            <a:normAutofit/>
          </a:bodyPr>
          <a:lstStyle/>
          <a:p>
            <a:r>
              <a:rPr lang="en-US" sz="1100" b="1" dirty="0"/>
              <a:t>Focus</a:t>
            </a:r>
          </a:p>
          <a:p>
            <a:r>
              <a:rPr lang="en-US" sz="1100" dirty="0"/>
              <a:t>Core supply chain workflows</a:t>
            </a:r>
          </a:p>
          <a:p>
            <a:r>
              <a:rPr lang="en-US" sz="1100" b="1" dirty="0"/>
              <a:t>Team</a:t>
            </a:r>
          </a:p>
          <a:p>
            <a:r>
              <a:rPr lang="en-US" sz="1100" dirty="0"/>
              <a:t>Tech Lead (1)</a:t>
            </a:r>
          </a:p>
          <a:p>
            <a:r>
              <a:rPr lang="en-US" sz="1100" dirty="0"/>
              <a:t>Backend Engineers (2)</a:t>
            </a:r>
          </a:p>
          <a:p>
            <a:r>
              <a:rPr lang="en-US" sz="1100" dirty="0"/>
              <a:t>Frontend Engineer (1)</a:t>
            </a:r>
          </a:p>
          <a:p>
            <a:r>
              <a:rPr lang="en-US" sz="1100" dirty="0"/>
              <a:t>QA Engineer (1)</a:t>
            </a:r>
          </a:p>
          <a:p>
            <a:r>
              <a:rPr lang="en-US" sz="1100" b="1" dirty="0"/>
              <a:t>Scope</a:t>
            </a:r>
          </a:p>
          <a:p>
            <a:r>
              <a:rPr lang="en-US" sz="1100" dirty="0"/>
              <a:t>Supplier onboarding</a:t>
            </a:r>
          </a:p>
          <a:p>
            <a:r>
              <a:rPr lang="en-US" sz="1100" dirty="0"/>
              <a:t>Inventory management</a:t>
            </a:r>
          </a:p>
          <a:p>
            <a:r>
              <a:rPr lang="en-US" sz="1100" dirty="0"/>
              <a:t>Order lifecycle</a:t>
            </a:r>
          </a:p>
          <a:p>
            <a:r>
              <a:rPr lang="en-US" sz="1100" dirty="0"/>
              <a:t>Core Platform APIs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F8BD2E-4AED-240B-5018-AB4B1F5BFE13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2605012" y="1500621"/>
            <a:ext cx="2160000" cy="617320"/>
          </a:xfrm>
        </p:spPr>
        <p:txBody>
          <a:bodyPr anchor="ctr"/>
          <a:lstStyle/>
          <a:p>
            <a:pPr algn="ctr"/>
            <a:r>
              <a:rPr lang="en-US" sz="1400" b="1" dirty="0"/>
              <a:t>Pod 2 – Web Platform (MVP Extensions)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5C43E31-8149-E21A-DC84-DCAC746D2DD6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2605012" y="2197604"/>
            <a:ext cx="2160000" cy="3420000"/>
          </a:xfrm>
        </p:spPr>
        <p:txBody>
          <a:bodyPr>
            <a:normAutofit lnSpcReduction="10000"/>
          </a:bodyPr>
          <a:lstStyle/>
          <a:p>
            <a:r>
              <a:rPr lang="en-US" sz="1100" b="1" dirty="0"/>
              <a:t>Focus</a:t>
            </a:r>
          </a:p>
          <a:p>
            <a:r>
              <a:rPr lang="en-US" sz="1100" dirty="0"/>
              <a:t>Completing MVP user workflows</a:t>
            </a:r>
          </a:p>
          <a:p>
            <a:r>
              <a:rPr lang="en-US" sz="1100" b="1" dirty="0"/>
              <a:t>Team</a:t>
            </a:r>
          </a:p>
          <a:p>
            <a:r>
              <a:rPr lang="en-US" sz="1100" dirty="0"/>
              <a:t>Tech Lead (1)</a:t>
            </a:r>
          </a:p>
          <a:p>
            <a:r>
              <a:rPr lang="en-US" sz="1100" dirty="0"/>
              <a:t>Backend Engineers (1)</a:t>
            </a:r>
          </a:p>
          <a:p>
            <a:r>
              <a:rPr lang="en-US" sz="1100" dirty="0"/>
              <a:t>Frontend Engineer (1)</a:t>
            </a:r>
          </a:p>
          <a:p>
            <a:r>
              <a:rPr lang="en-US" sz="1100" dirty="0"/>
              <a:t>QA Engineer (1)</a:t>
            </a:r>
          </a:p>
          <a:p>
            <a:r>
              <a:rPr lang="en-US" sz="1100" b="1" dirty="0"/>
              <a:t>Scope</a:t>
            </a:r>
          </a:p>
          <a:p>
            <a:r>
              <a:rPr lang="en-US" sz="1100" dirty="0"/>
              <a:t>Shipment tracking</a:t>
            </a:r>
          </a:p>
          <a:p>
            <a:r>
              <a:rPr lang="en-US" sz="1100" dirty="0"/>
              <a:t>Supplier integrations</a:t>
            </a:r>
          </a:p>
          <a:p>
            <a:r>
              <a:rPr lang="en-US" sz="1100" dirty="0"/>
              <a:t>Web portal UX</a:t>
            </a:r>
          </a:p>
          <a:p>
            <a:r>
              <a:rPr lang="en-US" sz="1100" dirty="0"/>
              <a:t>Notifications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27D7703-B2E7-788C-7047-1B8767F3E05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4888424" y="1500621"/>
            <a:ext cx="2160000" cy="617320"/>
          </a:xfrm>
        </p:spPr>
        <p:txBody>
          <a:bodyPr anchor="ctr"/>
          <a:lstStyle/>
          <a:p>
            <a:pPr algn="ctr"/>
            <a:r>
              <a:rPr lang="en-US" sz="1400" b="1" dirty="0"/>
              <a:t>Pod 3 – Mobile Enablement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E4B1D33-74D9-0983-F449-967BF9B035FC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888424" y="2197604"/>
            <a:ext cx="2160000" cy="3420000"/>
          </a:xfrm>
        </p:spPr>
        <p:txBody>
          <a:bodyPr>
            <a:normAutofit/>
          </a:bodyPr>
          <a:lstStyle/>
          <a:p>
            <a:r>
              <a:rPr lang="en-US" sz="1100" b="1" dirty="0"/>
              <a:t>Focus</a:t>
            </a:r>
          </a:p>
          <a:p>
            <a:r>
              <a:rPr lang="en-US" sz="1100" dirty="0"/>
              <a:t>Mobile application enablement for supply chain workflows</a:t>
            </a:r>
          </a:p>
          <a:p>
            <a:r>
              <a:rPr lang="en-US" sz="1100" b="1" dirty="0"/>
              <a:t>Team</a:t>
            </a:r>
          </a:p>
          <a:p>
            <a:r>
              <a:rPr lang="en-US" sz="1100" dirty="0"/>
              <a:t>Tech Lead (1)</a:t>
            </a:r>
          </a:p>
          <a:p>
            <a:r>
              <a:rPr lang="en-US" sz="1100" dirty="0"/>
              <a:t>Mobile Engineers (2)</a:t>
            </a:r>
          </a:p>
          <a:p>
            <a:r>
              <a:rPr lang="en-US" sz="1100" dirty="0"/>
              <a:t>QA Engineer  (1)</a:t>
            </a:r>
          </a:p>
          <a:p>
            <a:r>
              <a:rPr lang="en-US" sz="1100" b="1" dirty="0"/>
              <a:t>Scope</a:t>
            </a:r>
          </a:p>
          <a:p>
            <a:r>
              <a:rPr lang="en-US" sz="1100" dirty="0"/>
              <a:t>Shipment tracking</a:t>
            </a:r>
          </a:p>
          <a:p>
            <a:r>
              <a:rPr lang="en-US" sz="1100" dirty="0"/>
              <a:t>Supplier integrations</a:t>
            </a:r>
          </a:p>
          <a:p>
            <a:r>
              <a:rPr lang="en-US" sz="1100" dirty="0"/>
              <a:t>Web portal experience</a:t>
            </a:r>
          </a:p>
          <a:p>
            <a:r>
              <a:rPr lang="en-US" sz="1100" dirty="0"/>
              <a:t>Notifications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43DE92-6844-B908-B33D-401A40D75A97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9462993" y="1500621"/>
            <a:ext cx="2160000" cy="617320"/>
          </a:xfrm>
        </p:spPr>
        <p:txBody>
          <a:bodyPr anchor="ctr"/>
          <a:lstStyle/>
          <a:p>
            <a:pPr algn="ctr"/>
            <a:r>
              <a:rPr lang="en-US" sz="1400" b="1" dirty="0"/>
              <a:t>Pod 5 – Data &amp; Analytics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D6A23AB-848E-BB43-FAAA-C557377BC6DF}"/>
              </a:ext>
            </a:extLst>
          </p:cNvPr>
          <p:cNvSpPr>
            <a:spLocks noGrp="1"/>
          </p:cNvSpPr>
          <p:nvPr>
            <p:ph type="body" sz="half" idx="27"/>
          </p:nvPr>
        </p:nvSpPr>
        <p:spPr>
          <a:xfrm>
            <a:off x="9462993" y="2197604"/>
            <a:ext cx="2160000" cy="3420000"/>
          </a:xfrm>
        </p:spPr>
        <p:txBody>
          <a:bodyPr>
            <a:normAutofit lnSpcReduction="10000"/>
          </a:bodyPr>
          <a:lstStyle/>
          <a:p>
            <a:r>
              <a:rPr lang="en-US" sz="1100" b="1" dirty="0"/>
              <a:t>Focus</a:t>
            </a:r>
            <a:br>
              <a:rPr lang="en-US" sz="1100" dirty="0"/>
            </a:br>
            <a:r>
              <a:rPr lang="en-US" sz="1100" dirty="0"/>
              <a:t>Operational analytics and data-driven supply chain insights.</a:t>
            </a:r>
            <a:endParaRPr lang="en-US" sz="1100" b="1" dirty="0"/>
          </a:p>
          <a:p>
            <a:r>
              <a:rPr lang="en-US" sz="1100" b="1" dirty="0"/>
              <a:t>Team</a:t>
            </a:r>
          </a:p>
          <a:p>
            <a:r>
              <a:rPr lang="en-US" sz="1100" dirty="0"/>
              <a:t>Data Analyst (1)</a:t>
            </a:r>
          </a:p>
          <a:p>
            <a:r>
              <a:rPr lang="en-US" sz="1100" dirty="0"/>
              <a:t>Frontend Engineer  (1)</a:t>
            </a:r>
          </a:p>
          <a:p>
            <a:r>
              <a:rPr lang="en-US" sz="1100" dirty="0"/>
              <a:t>Mobile Engineer  (1)</a:t>
            </a:r>
          </a:p>
          <a:p>
            <a:r>
              <a:rPr lang="en-US" sz="1100" dirty="0"/>
              <a:t>Backend Engineer  (1)</a:t>
            </a:r>
          </a:p>
          <a:p>
            <a:r>
              <a:rPr lang="en-US" sz="1100" b="1" dirty="0"/>
              <a:t>Scope</a:t>
            </a:r>
          </a:p>
          <a:p>
            <a:r>
              <a:rPr lang="en-US" sz="1100" dirty="0"/>
              <a:t>Data pipelines</a:t>
            </a:r>
          </a:p>
          <a:p>
            <a:r>
              <a:rPr lang="en-US" sz="1100" dirty="0"/>
              <a:t>Reporting services</a:t>
            </a:r>
          </a:p>
          <a:p>
            <a:r>
              <a:rPr lang="en-US" sz="1100" dirty="0"/>
              <a:t>Power BI dashboards</a:t>
            </a:r>
          </a:p>
          <a:p>
            <a:r>
              <a:rPr lang="en-US" sz="1100" dirty="0"/>
              <a:t>Operational insights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FF714AE-E0C4-8622-F68F-D8BC2DDC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MVP Delivery </a:t>
            </a:r>
            <a:r>
              <a:rPr lang="en-IN"/>
              <a:t>pod structure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845DCCBA-17DD-91E8-6F63-08D6CC49016F}"/>
              </a:ext>
            </a:extLst>
          </p:cNvPr>
          <p:cNvSpPr/>
          <p:nvPr/>
        </p:nvSpPr>
        <p:spPr>
          <a:xfrm rot="16200000">
            <a:off x="2223021" y="3760780"/>
            <a:ext cx="617319" cy="4466663"/>
          </a:xfrm>
          <a:prstGeom prst="leftBrace">
            <a:avLst>
              <a:gd name="adj1" fmla="val 8333"/>
              <a:gd name="adj2" fmla="val 5111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vert" rtlCol="0" anchor="ctr"/>
          <a:lstStyle/>
          <a:p>
            <a:pPr algn="ctr"/>
            <a:r>
              <a:rPr lang="en-IN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MVP Delivery Pods : Scrum Master (1)</a:t>
            </a:r>
            <a:endParaRPr lang="en-US" sz="1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E028A1CF-09C7-770A-98A0-0616577752F7}"/>
              </a:ext>
            </a:extLst>
          </p:cNvPr>
          <p:cNvSpPr/>
          <p:nvPr/>
        </p:nvSpPr>
        <p:spPr>
          <a:xfrm rot="16200000">
            <a:off x="7888688" y="2672368"/>
            <a:ext cx="617250" cy="661777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vert" rtlCol="0" anchor="ctr"/>
          <a:lstStyle/>
          <a:p>
            <a:pPr algn="ctr"/>
            <a:r>
              <a:rPr lang="en-IN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Platform Expansion Pods : Scrum Master (</a:t>
            </a:r>
            <a:r>
              <a:rPr lang="en-IN" sz="14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1)</a:t>
            </a:r>
            <a:endParaRPr lang="en-US" sz="1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4AD60B-2F39-F223-6A0C-45DB55EF8756}"/>
              </a:ext>
            </a:extLst>
          </p:cNvPr>
          <p:cNvSpPr txBox="1"/>
          <p:nvPr/>
        </p:nvSpPr>
        <p:spPr>
          <a:xfrm>
            <a:off x="130394" y="6277065"/>
            <a:ext cx="812918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Shared Program Governance: </a:t>
            </a:r>
            <a:r>
              <a:rPr lang="en-US" sz="1100" dirty="0"/>
              <a:t>Delivery Manager (1), Solution Architect (1), Business Analysts (2) </a:t>
            </a:r>
          </a:p>
          <a:p>
            <a:r>
              <a:rPr lang="en-US" sz="1100" dirty="0"/>
              <a:t>👉 MVP delivered by end of Sprint 4 </a:t>
            </a:r>
            <a:br>
              <a:rPr lang="en-US" sz="1100" dirty="0"/>
            </a:br>
            <a:r>
              <a:rPr lang="en-US" sz="1100" dirty="0"/>
              <a:t>👉 Pods 1–2 focus on MVP delivery while Pods 3–5 build platform capabilities enabling rapid post-MVP expansion.</a:t>
            </a:r>
          </a:p>
        </p:txBody>
      </p:sp>
    </p:spTree>
    <p:extLst>
      <p:ext uri="{BB962C8B-B14F-4D97-AF65-F5344CB8AC3E}">
        <p14:creationId xmlns:p14="http://schemas.microsoft.com/office/powerpoint/2010/main" val="2627357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2BFB86-FA14-40D9-34E0-A8C95C459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4175" y="404114"/>
            <a:ext cx="8582025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Work Breakdown structure (WBS)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286054-3A61-A77E-BE50-54F8B12B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279817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US" sz="1200" b="1" dirty="0"/>
              <a:t>1. Discovery &amp; Architecture</a:t>
            </a:r>
            <a:endParaRPr lang="en-US" sz="1200" dirty="0"/>
          </a:p>
          <a:p>
            <a:r>
              <a:rPr lang="en-US" sz="1200" dirty="0"/>
              <a:t>Current platform assessment</a:t>
            </a:r>
          </a:p>
          <a:p>
            <a:r>
              <a:rPr lang="en-US" sz="1200" dirty="0"/>
              <a:t>Target architecture definition</a:t>
            </a:r>
          </a:p>
          <a:p>
            <a:r>
              <a:rPr lang="en-US" sz="1200" dirty="0"/>
              <a:t>Product backlog creation</a:t>
            </a:r>
          </a:p>
          <a:p>
            <a:r>
              <a:rPr lang="en-US" sz="1200" dirty="0"/>
              <a:t>DevOps environment setup</a:t>
            </a:r>
          </a:p>
          <a:p>
            <a:pPr marL="0" indent="0">
              <a:buNone/>
            </a:pPr>
            <a:r>
              <a:rPr lang="en-US" sz="1200" b="1" dirty="0"/>
              <a:t>2. Platform Foundation</a:t>
            </a:r>
            <a:endParaRPr lang="en-US" sz="1200" dirty="0"/>
          </a:p>
          <a:p>
            <a:r>
              <a:rPr lang="en-US" sz="1200" dirty="0"/>
              <a:t>Authentication &amp; RBAC</a:t>
            </a:r>
          </a:p>
          <a:p>
            <a:r>
              <a:rPr lang="en-US" sz="1200" dirty="0"/>
              <a:t>Core API framework</a:t>
            </a:r>
          </a:p>
          <a:p>
            <a:r>
              <a:rPr lang="en-US" sz="1200" dirty="0"/>
              <a:t>Web application framework</a:t>
            </a:r>
          </a:p>
          <a:p>
            <a:pPr marL="0" indent="0">
              <a:buNone/>
            </a:pPr>
            <a:r>
              <a:rPr lang="en-US" sz="1200" b="1" dirty="0"/>
              <a:t>3. Integration Layer</a:t>
            </a:r>
            <a:endParaRPr lang="en-US" sz="1200" dirty="0"/>
          </a:p>
          <a:p>
            <a:r>
              <a:rPr lang="en-US" sz="1200" dirty="0"/>
              <a:t>Supplier API integrations</a:t>
            </a:r>
          </a:p>
          <a:p>
            <a:r>
              <a:rPr lang="en-US" sz="1200" dirty="0"/>
              <a:t>SAP cloud integration</a:t>
            </a:r>
          </a:p>
          <a:p>
            <a:r>
              <a:rPr lang="en-US" sz="1200" dirty="0"/>
              <a:t>Logistics system integration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4. Supplier &amp; User Onboarding</a:t>
            </a:r>
            <a:endParaRPr lang="en-US" sz="1200" dirty="0"/>
          </a:p>
          <a:p>
            <a:r>
              <a:rPr lang="en-US" sz="1200" dirty="0"/>
              <a:t>Supplier registration workflows</a:t>
            </a:r>
          </a:p>
          <a:p>
            <a:r>
              <a:rPr lang="en-US" sz="1200" dirty="0"/>
              <a:t>Catalog integration</a:t>
            </a:r>
          </a:p>
          <a:p>
            <a:r>
              <a:rPr lang="en-US" sz="1200" dirty="0"/>
              <a:t>User role management</a:t>
            </a:r>
          </a:p>
          <a:p>
            <a:pPr marL="0" indent="0">
              <a:buNone/>
            </a:pPr>
            <a:r>
              <a:rPr lang="en-US" sz="1200" b="1" dirty="0"/>
              <a:t>5. Inventory &amp; Order Management</a:t>
            </a:r>
            <a:endParaRPr lang="en-US" sz="1200" dirty="0"/>
          </a:p>
          <a:p>
            <a:r>
              <a:rPr lang="en-US" sz="1200" dirty="0"/>
              <a:t>Inventory tracking</a:t>
            </a:r>
          </a:p>
          <a:p>
            <a:r>
              <a:rPr lang="en-US" sz="1200" dirty="0"/>
              <a:t>Order lifecycle workflows</a:t>
            </a:r>
          </a:p>
          <a:p>
            <a:r>
              <a:rPr lang="en-US" sz="1200" dirty="0"/>
              <a:t>Shipment tracking</a:t>
            </a:r>
          </a:p>
          <a:p>
            <a:pPr marL="0" indent="0">
              <a:buNone/>
            </a:pPr>
            <a:r>
              <a:rPr lang="en-US" sz="1200" b="1" dirty="0"/>
              <a:t>6. Mobile Applications</a:t>
            </a:r>
            <a:endParaRPr lang="en-US" sz="1200" dirty="0"/>
          </a:p>
          <a:p>
            <a:r>
              <a:rPr lang="en-US" sz="1200" dirty="0"/>
              <a:t>Android application</a:t>
            </a:r>
          </a:p>
          <a:p>
            <a:r>
              <a:rPr lang="en-US" sz="1200" dirty="0"/>
              <a:t>iOS application</a:t>
            </a:r>
          </a:p>
          <a:p>
            <a:pPr marL="0" indent="0">
              <a:buNone/>
            </a:pPr>
            <a:r>
              <a:rPr lang="en-US" sz="1200" b="1" dirty="0"/>
              <a:t> 7. Data &amp; Analytics Platform</a:t>
            </a:r>
            <a:endParaRPr lang="en-US" sz="1200" dirty="0"/>
          </a:p>
          <a:p>
            <a:r>
              <a:rPr lang="en-US" sz="1200" dirty="0"/>
              <a:t>Data pipelines</a:t>
            </a:r>
          </a:p>
          <a:p>
            <a:r>
              <a:rPr lang="en-US" sz="1200" dirty="0"/>
              <a:t>Reporting services</a:t>
            </a:r>
          </a:p>
          <a:p>
            <a:r>
              <a:rPr lang="en-US" sz="1200" dirty="0"/>
              <a:t>Power BI dashboards</a:t>
            </a:r>
          </a:p>
          <a:p>
            <a:pPr marL="0" indent="0">
              <a:buNone/>
            </a:pPr>
            <a:r>
              <a:rPr lang="en-US" sz="1200" b="1" dirty="0"/>
              <a:t>8. Quality Engineering</a:t>
            </a:r>
            <a:endParaRPr lang="en-US" sz="1200" dirty="0"/>
          </a:p>
          <a:p>
            <a:r>
              <a:rPr lang="en-US" sz="1200" dirty="0"/>
              <a:t>Unit testing</a:t>
            </a:r>
          </a:p>
          <a:p>
            <a:r>
              <a:rPr lang="en-US" sz="1200" dirty="0"/>
              <a:t>Integration testing</a:t>
            </a:r>
          </a:p>
          <a:p>
            <a:r>
              <a:rPr lang="en-US" sz="1200" dirty="0"/>
              <a:t>Automation framework</a:t>
            </a:r>
          </a:p>
          <a:p>
            <a:pPr marL="0" indent="0">
              <a:buNone/>
            </a:pPr>
            <a:r>
              <a:rPr lang="en-US" sz="1200" b="1" dirty="0"/>
              <a:t>9. DevOps &amp; Deployment</a:t>
            </a:r>
            <a:endParaRPr lang="en-US" sz="1200" dirty="0"/>
          </a:p>
          <a:p>
            <a:r>
              <a:rPr lang="en-US" sz="1200" dirty="0"/>
              <a:t>CI/CD pipeline implementation</a:t>
            </a:r>
          </a:p>
          <a:p>
            <a:r>
              <a:rPr lang="en-US" sz="1200" dirty="0"/>
              <a:t>Infrastructure automation</a:t>
            </a:r>
          </a:p>
          <a:p>
            <a:r>
              <a:rPr lang="en-US" sz="1200" dirty="0"/>
              <a:t>Monitoring &amp; observability</a:t>
            </a:r>
          </a:p>
          <a:p>
            <a:pPr marL="0" indent="0">
              <a:buNone/>
            </a:pPr>
            <a:r>
              <a:rPr lang="en-US" sz="1200" b="1" dirty="0"/>
              <a:t>10. Production Readiness</a:t>
            </a:r>
            <a:endParaRPr lang="en-US" sz="1200" dirty="0"/>
          </a:p>
          <a:p>
            <a:r>
              <a:rPr lang="en-US" sz="1200" dirty="0"/>
              <a:t>Performance testing</a:t>
            </a:r>
          </a:p>
          <a:p>
            <a:r>
              <a:rPr lang="en-US" sz="1200" dirty="0"/>
              <a:t>Disaster recovery validation</a:t>
            </a:r>
          </a:p>
          <a:p>
            <a:r>
              <a:rPr lang="en-US" sz="1200" dirty="0"/>
              <a:t>Security validation</a:t>
            </a:r>
          </a:p>
          <a:p>
            <a:r>
              <a:rPr lang="en-US" sz="1200" dirty="0"/>
              <a:t>Production deployment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E62D2-C8CD-484E-39AF-74C4B14E3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0B2FB-4A01-8916-7885-39DF19131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81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CE7166-4114-37A6-B5A1-C454B5347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 b="1" dirty="0"/>
              <a:t>Estimates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400DD-8C30-828C-EA52-5EF2BD9B3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n-US" b="1" dirty="0"/>
              <a:t>Delivery Capacity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E08DB8-E63E-8982-F1E8-EB50CF1FAB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pPr algn="ctr"/>
            <a:r>
              <a:rPr lang="en-US" b="1" dirty="0"/>
              <a:t>Timeline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FE74E-2F0C-F7E7-AFDA-7EA828681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C4D4C-5946-49E2-F47C-29339A5D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15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948C65D-F3E7-243A-00D9-642D71B0C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Estimation &amp; Delivery Capacity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194D052-FAE8-D5DF-2BCE-DAC51F642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744248"/>
              </p:ext>
            </p:extLst>
          </p:nvPr>
        </p:nvGraphicFramePr>
        <p:xfrm>
          <a:off x="438150" y="2529369"/>
          <a:ext cx="3750577" cy="3888000"/>
        </p:xfrm>
        <a:graphic>
          <a:graphicData uri="http://schemas.openxmlformats.org/drawingml/2006/table">
            <a:tbl>
              <a:tblPr/>
              <a:tblGrid>
                <a:gridCol w="2552700">
                  <a:extLst>
                    <a:ext uri="{9D8B030D-6E8A-4147-A177-3AD203B41FA5}">
                      <a16:colId xmlns:a16="http://schemas.microsoft.com/office/drawing/2014/main" val="2587779977"/>
                    </a:ext>
                  </a:extLst>
                </a:gridCol>
                <a:gridCol w="1197877">
                  <a:extLst>
                    <a:ext uri="{9D8B030D-6E8A-4147-A177-3AD203B41FA5}">
                      <a16:colId xmlns:a16="http://schemas.microsoft.com/office/drawing/2014/main" val="180390476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 dirty="0"/>
                        <a:t>Workstream (Module)</a:t>
                      </a:r>
                    </a:p>
                  </a:txBody>
                  <a:tcPr marL="89363" marR="89363" marT="44682" marB="44682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dirty="0"/>
                        <a:t>Estimated SP</a:t>
                      </a:r>
                    </a:p>
                  </a:txBody>
                  <a:tcPr marL="89363" marR="89363" marT="44682" marB="4468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26352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Discovery &amp; Architecture</a:t>
                      </a:r>
                    </a:p>
                  </a:txBody>
                  <a:tcPr marL="89363" marR="89363" marT="44682" marB="44682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80</a:t>
                      </a:r>
                    </a:p>
                  </a:txBody>
                  <a:tcPr marL="89363" marR="89363" marT="44682" marB="4468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56887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/>
                        <a:t>Platform Foundation</a:t>
                      </a:r>
                    </a:p>
                  </a:txBody>
                  <a:tcPr marL="89363" marR="89363" marT="44682" marB="44682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180</a:t>
                      </a:r>
                    </a:p>
                  </a:txBody>
                  <a:tcPr marL="89363" marR="89363" marT="44682" marB="4468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92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Integration Layer</a:t>
                      </a:r>
                    </a:p>
                  </a:txBody>
                  <a:tcPr marL="89363" marR="89363" marT="44682" marB="44682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220</a:t>
                      </a:r>
                    </a:p>
                  </a:txBody>
                  <a:tcPr marL="89363" marR="89363" marT="44682" marB="4468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7224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Supplier &amp; User Onboarding</a:t>
                      </a:r>
                    </a:p>
                  </a:txBody>
                  <a:tcPr marL="89363" marR="89363" marT="44682" marB="44682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160</a:t>
                      </a:r>
                    </a:p>
                  </a:txBody>
                  <a:tcPr marL="89363" marR="89363" marT="44682" marB="4468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40136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Inventory &amp; Order Management</a:t>
                      </a:r>
                    </a:p>
                  </a:txBody>
                  <a:tcPr marL="89363" marR="89363" marT="44682" marB="44682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220</a:t>
                      </a:r>
                    </a:p>
                  </a:txBody>
                  <a:tcPr marL="89363" marR="89363" marT="44682" marB="4468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73097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/>
                        <a:t>Mobile Applications</a:t>
                      </a:r>
                    </a:p>
                  </a:txBody>
                  <a:tcPr marL="89363" marR="89363" marT="44682" marB="44682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200</a:t>
                      </a:r>
                    </a:p>
                  </a:txBody>
                  <a:tcPr marL="89363" marR="89363" marT="44682" marB="4468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9931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/>
                        <a:t>Data &amp; Analytics Platform</a:t>
                      </a:r>
                    </a:p>
                  </a:txBody>
                  <a:tcPr marL="89363" marR="89363" marT="44682" marB="44682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180</a:t>
                      </a:r>
                    </a:p>
                  </a:txBody>
                  <a:tcPr marL="89363" marR="89363" marT="44682" marB="4468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86024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/>
                        <a:t>Quality Engineering</a:t>
                      </a:r>
                    </a:p>
                  </a:txBody>
                  <a:tcPr marL="89363" marR="89363" marT="44682" marB="44682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120</a:t>
                      </a:r>
                    </a:p>
                  </a:txBody>
                  <a:tcPr marL="89363" marR="89363" marT="44682" marB="4468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95846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DevOps &amp; Deployment</a:t>
                      </a:r>
                    </a:p>
                  </a:txBody>
                  <a:tcPr marL="89363" marR="89363" marT="44682" marB="44682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120</a:t>
                      </a:r>
                    </a:p>
                  </a:txBody>
                  <a:tcPr marL="89363" marR="89363" marT="44682" marB="4468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75623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/>
                        <a:t>Production Readiness</a:t>
                      </a:r>
                    </a:p>
                  </a:txBody>
                  <a:tcPr marL="89363" marR="89363" marT="44682" marB="44682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80</a:t>
                      </a:r>
                    </a:p>
                  </a:txBody>
                  <a:tcPr marL="89363" marR="89363" marT="44682" marB="4468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04178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 dirty="0"/>
                        <a:t>Total Platform Size (in SPs)</a:t>
                      </a:r>
                      <a:endParaRPr lang="en-US" sz="1100" dirty="0"/>
                    </a:p>
                  </a:txBody>
                  <a:tcPr marL="89363" marR="89363" marT="44682" marB="44682"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dirty="0"/>
                        <a:t>~1,600</a:t>
                      </a:r>
                      <a:endParaRPr lang="en-US" sz="1100" dirty="0"/>
                    </a:p>
                  </a:txBody>
                  <a:tcPr marL="89363" marR="89363" marT="44682" marB="4468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7838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8582FC4-2D7A-44EF-141A-C021DD9FD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406538"/>
              </p:ext>
            </p:extLst>
          </p:nvPr>
        </p:nvGraphicFramePr>
        <p:xfrm>
          <a:off x="4347382" y="2529369"/>
          <a:ext cx="3444754" cy="1944000"/>
        </p:xfrm>
        <a:graphic>
          <a:graphicData uri="http://schemas.openxmlformats.org/drawingml/2006/table">
            <a:tbl>
              <a:tblPr/>
              <a:tblGrid>
                <a:gridCol w="1722377">
                  <a:extLst>
                    <a:ext uri="{9D8B030D-6E8A-4147-A177-3AD203B41FA5}">
                      <a16:colId xmlns:a16="http://schemas.microsoft.com/office/drawing/2014/main" val="3987694268"/>
                    </a:ext>
                  </a:extLst>
                </a:gridCol>
                <a:gridCol w="1722377">
                  <a:extLst>
                    <a:ext uri="{9D8B030D-6E8A-4147-A177-3AD203B41FA5}">
                      <a16:colId xmlns:a16="http://schemas.microsoft.com/office/drawing/2014/main" val="59544808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 dirty="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3713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Delivery Pods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5 pods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1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Pod Size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~5 engineers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5885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Velocity per Pod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25–30 SP / sprint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6010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Total Program Velocity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~150 SP / sprint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8130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Sprint Duration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2 weeks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6349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7497A26-0F49-E871-98F7-6B3C1DA84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190208"/>
              </p:ext>
            </p:extLst>
          </p:nvPr>
        </p:nvGraphicFramePr>
        <p:xfrm>
          <a:off x="7983887" y="2529369"/>
          <a:ext cx="4013092" cy="1944000"/>
        </p:xfrm>
        <a:graphic>
          <a:graphicData uri="http://schemas.openxmlformats.org/drawingml/2006/table">
            <a:tbl>
              <a:tblPr/>
              <a:tblGrid>
                <a:gridCol w="2006546">
                  <a:extLst>
                    <a:ext uri="{9D8B030D-6E8A-4147-A177-3AD203B41FA5}">
                      <a16:colId xmlns:a16="http://schemas.microsoft.com/office/drawing/2014/main" val="3975026691"/>
                    </a:ext>
                  </a:extLst>
                </a:gridCol>
                <a:gridCol w="2006546">
                  <a:extLst>
                    <a:ext uri="{9D8B030D-6E8A-4147-A177-3AD203B41FA5}">
                      <a16:colId xmlns:a16="http://schemas.microsoft.com/office/drawing/2014/main" val="193345989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dirty="0"/>
                        <a:t>Value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59412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Total Estimated Size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~1600 SP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69668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Program Velocity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/>
                        <a:t>~150 SP / sprint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02082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Delivery Sprints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~10 sprints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00797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Sprint 0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3 weeks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7005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/>
                        <a:t>Stabilization &amp; rollout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~4 weeks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503886"/>
                  </a:ext>
                </a:extLst>
              </a:tr>
            </a:tbl>
          </a:graphicData>
        </a:graphic>
      </p:graphicFrame>
      <p:sp>
        <p:nvSpPr>
          <p:cNvPr id="19" name="Callout: Left-Right Arrow 18">
            <a:extLst>
              <a:ext uri="{FF2B5EF4-FFF2-40B4-BE49-F238E27FC236}">
                <a16:creationId xmlns:a16="http://schemas.microsoft.com/office/drawing/2014/main" id="{F23C8BBD-082E-B41C-3356-EB449CECF071}"/>
              </a:ext>
            </a:extLst>
          </p:cNvPr>
          <p:cNvSpPr/>
          <p:nvPr/>
        </p:nvSpPr>
        <p:spPr>
          <a:xfrm>
            <a:off x="4243753" y="1983715"/>
            <a:ext cx="45719" cy="4320000"/>
          </a:xfrm>
          <a:prstGeom prst="leftRightArrowCallout">
            <a:avLst>
              <a:gd name="adj1" fmla="val 25000"/>
              <a:gd name="adj2" fmla="val 25000"/>
              <a:gd name="adj3" fmla="val 0"/>
              <a:gd name="adj4" fmla="val 48123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allout: Left-Right Arrow 19">
            <a:extLst>
              <a:ext uri="{FF2B5EF4-FFF2-40B4-BE49-F238E27FC236}">
                <a16:creationId xmlns:a16="http://schemas.microsoft.com/office/drawing/2014/main" id="{CD7F0999-87C2-0327-ACF9-1973D7AB6485}"/>
              </a:ext>
            </a:extLst>
          </p:cNvPr>
          <p:cNvSpPr/>
          <p:nvPr/>
        </p:nvSpPr>
        <p:spPr>
          <a:xfrm>
            <a:off x="7858081" y="1983715"/>
            <a:ext cx="45719" cy="4320000"/>
          </a:xfrm>
          <a:prstGeom prst="leftRightArrowCallout">
            <a:avLst>
              <a:gd name="adj1" fmla="val 25000"/>
              <a:gd name="adj2" fmla="val 25000"/>
              <a:gd name="adj3" fmla="val 0"/>
              <a:gd name="adj4" fmla="val 48123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61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1F875-0902-F10B-0FCB-D7FFDAFBC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Engagement Model &amp; Commercial Structure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E294688B-B3E2-96A1-2F20-15989857972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53512629"/>
              </p:ext>
            </p:extLst>
          </p:nvPr>
        </p:nvGraphicFramePr>
        <p:xfrm>
          <a:off x="5689600" y="2194560"/>
          <a:ext cx="6064250" cy="4024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532A32FD-1D19-7691-EBE3-4AF86BAA613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38392629"/>
              </p:ext>
            </p:extLst>
          </p:nvPr>
        </p:nvGraphicFramePr>
        <p:xfrm>
          <a:off x="484560" y="2662306"/>
          <a:ext cx="4897066" cy="358083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96640">
                  <a:extLst>
                    <a:ext uri="{9D8B030D-6E8A-4147-A177-3AD203B41FA5}">
                      <a16:colId xmlns:a16="http://schemas.microsoft.com/office/drawing/2014/main" val="3811144742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73045790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2625823023"/>
                    </a:ext>
                  </a:extLst>
                </a:gridCol>
              </a:tblGrid>
              <a:tr h="66088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 dirty="0"/>
                        <a:t>Model</a:t>
                      </a:r>
                    </a:p>
                  </a:txBody>
                  <a:tcPr marL="91723" marR="91723" marT="45862" marB="45862" anchor="ctr">
                    <a:lnL w="12700" cmpd="sng"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Managed Services (Recommended)</a:t>
                      </a:r>
                    </a:p>
                  </a:txBody>
                  <a:tcPr marL="91723" marR="91723" marT="45862" marB="4586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Time &amp; Material</a:t>
                      </a:r>
                    </a:p>
                  </a:txBody>
                  <a:tcPr marL="91723" marR="91723" marT="45862" marB="4586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1259358"/>
                  </a:ext>
                </a:extLst>
              </a:tr>
              <a:tr h="5130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Delivery Structure</a:t>
                      </a:r>
                    </a:p>
                  </a:txBody>
                  <a:tcPr marL="91723" marR="91723" marT="45862" marB="45862" anchor="ctr">
                    <a:lnL w="12700" cmpd="sng"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Fixed delivery capacity (pods)</a:t>
                      </a:r>
                    </a:p>
                  </a:txBody>
                  <a:tcPr marL="91723" marR="91723" marT="45862" marB="4586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Flexible staffing</a:t>
                      </a:r>
                    </a:p>
                  </a:txBody>
                  <a:tcPr marL="91723" marR="91723" marT="45862" marB="4586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46360"/>
                  </a:ext>
                </a:extLst>
              </a:tr>
              <a:tr h="5130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Cost Model</a:t>
                      </a:r>
                      <a:endParaRPr lang="en-US" sz="1200" dirty="0"/>
                    </a:p>
                  </a:txBody>
                  <a:tcPr marL="91723" marR="91723" marT="45862" marB="45862" anchor="ctr">
                    <a:lnL w="12700" cmpd="sng"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Fixed delivery envelope</a:t>
                      </a:r>
                    </a:p>
                  </a:txBody>
                  <a:tcPr marL="91723" marR="91723" marT="45862" marB="4586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Hourly billing</a:t>
                      </a:r>
                    </a:p>
                  </a:txBody>
                  <a:tcPr marL="91723" marR="91723" marT="45862" marB="4586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5035483"/>
                  </a:ext>
                </a:extLst>
              </a:tr>
              <a:tr h="92326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dirty="0"/>
                        <a:t>Delivery Scope</a:t>
                      </a:r>
                    </a:p>
                  </a:txBody>
                  <a:tcPr marL="91723" marR="91723" marT="45862" marB="45862" anchor="ctr">
                    <a:lnL w="12700" cmpd="sng"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Defined delivery capacity (~1600 SP) with backlog prioritization</a:t>
                      </a:r>
                    </a:p>
                  </a:txBody>
                  <a:tcPr marL="91723" marR="91723" marT="45862" marB="4586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Dynamic backlog</a:t>
                      </a:r>
                    </a:p>
                  </a:txBody>
                  <a:tcPr marL="91723" marR="91723" marT="45862" marB="4586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8368512"/>
                  </a:ext>
                </a:extLst>
              </a:tr>
              <a:tr h="3079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Cost Predictability</a:t>
                      </a:r>
                    </a:p>
                  </a:txBody>
                  <a:tcPr marL="91723" marR="91723" marT="45862" marB="45862" anchor="ctr">
                    <a:lnL w="12700" cmpd="sng"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High</a:t>
                      </a:r>
                      <a:endParaRPr lang="en-US" sz="1200" dirty="0"/>
                    </a:p>
                  </a:txBody>
                  <a:tcPr marL="91723" marR="91723" marT="45862" marB="4586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Medium</a:t>
                      </a:r>
                    </a:p>
                  </a:txBody>
                  <a:tcPr marL="91723" marR="91723" marT="45862" marB="4586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5335901"/>
                  </a:ext>
                </a:extLst>
              </a:tr>
              <a:tr h="5130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dirty="0"/>
                        <a:t>Use Case</a:t>
                      </a:r>
                    </a:p>
                  </a:txBody>
                  <a:tcPr marL="91723" marR="91723" marT="45862" marB="45862" anchor="ctr">
                    <a:lnL w="12700" cmpd="sng"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Core platform delivery</a:t>
                      </a:r>
                    </a:p>
                  </a:txBody>
                  <a:tcPr marL="91723" marR="91723" marT="45862" marB="4586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Continuous evolution</a:t>
                      </a:r>
                    </a:p>
                  </a:txBody>
                  <a:tcPr marL="91723" marR="91723" marT="45862" marB="45862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996155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809EB6-B7CE-44F9-24C5-E142BC6A66E4}"/>
              </a:ext>
            </a:extLst>
          </p:cNvPr>
          <p:cNvSpPr txBox="1"/>
          <p:nvPr/>
        </p:nvSpPr>
        <p:spPr>
          <a:xfrm>
            <a:off x="438150" y="2155814"/>
            <a:ext cx="51244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Engagement Model Comparison</a:t>
            </a:r>
          </a:p>
        </p:txBody>
      </p:sp>
      <p:sp>
        <p:nvSpPr>
          <p:cNvPr id="20" name="Callout: Left-Right Arrow 19">
            <a:extLst>
              <a:ext uri="{FF2B5EF4-FFF2-40B4-BE49-F238E27FC236}">
                <a16:creationId xmlns:a16="http://schemas.microsoft.com/office/drawing/2014/main" id="{B849B57F-4D46-4AB2-25C4-B7A7662366AC}"/>
              </a:ext>
            </a:extLst>
          </p:cNvPr>
          <p:cNvSpPr/>
          <p:nvPr/>
        </p:nvSpPr>
        <p:spPr>
          <a:xfrm>
            <a:off x="5515510" y="2147900"/>
            <a:ext cx="45719" cy="4092031"/>
          </a:xfrm>
          <a:prstGeom prst="leftRightArrowCallout">
            <a:avLst>
              <a:gd name="adj1" fmla="val 25000"/>
              <a:gd name="adj2" fmla="val 25000"/>
              <a:gd name="adj3" fmla="val 0"/>
              <a:gd name="adj4" fmla="val 48123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ABC4A029-CBC7-967B-0BD9-21DCC8178528}"/>
              </a:ext>
            </a:extLst>
          </p:cNvPr>
          <p:cNvSpPr txBox="1">
            <a:spLocks/>
          </p:cNvSpPr>
          <p:nvPr/>
        </p:nvSpPr>
        <p:spPr>
          <a:xfrm>
            <a:off x="3936570" y="6474377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Agile Delivery for Scalable Supply Chain Platform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72ED3CC5-95BA-4BDC-85E9-C8E714EB5F45}"/>
              </a:ext>
            </a:extLst>
          </p:cNvPr>
          <p:cNvSpPr txBox="1">
            <a:spLocks/>
          </p:cNvSpPr>
          <p:nvPr/>
        </p:nvSpPr>
        <p:spPr>
          <a:xfrm>
            <a:off x="11801959" y="6480209"/>
            <a:ext cx="3900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C3445D-6A7D-42D6-80E7-A7398DC8A12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67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09E3-251F-5BE6-A74C-7AC528FC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&amp; Assumptions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10E8DE9-C5D9-8D0D-D3BC-1714094598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Risks</a:t>
            </a:r>
          </a:p>
          <a:p>
            <a:r>
              <a:rPr lang="en-US" sz="2000" dirty="0"/>
              <a:t>Supplier integration complexity</a:t>
            </a:r>
          </a:p>
          <a:p>
            <a:r>
              <a:rPr lang="en-US" sz="2000" dirty="0"/>
              <a:t>Data migration challenges</a:t>
            </a:r>
          </a:p>
          <a:p>
            <a:r>
              <a:rPr lang="en-US" sz="2000" dirty="0"/>
              <a:t>Performance under peak demand</a:t>
            </a:r>
          </a:p>
          <a:p>
            <a:r>
              <a:rPr lang="en-US" sz="2000" dirty="0"/>
              <a:t>Integration dependency risk</a:t>
            </a:r>
          </a:p>
          <a:p>
            <a:r>
              <a:rPr lang="en-US" sz="2000" dirty="0"/>
              <a:t>Data quality inconsistencies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02F8CA9-02E7-F088-D7CE-0F4CB588F5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Assumptions</a:t>
            </a:r>
          </a:p>
          <a:p>
            <a:pPr marL="342900" indent="-342900"/>
            <a:r>
              <a:rPr lang="en-US" sz="2000" dirty="0"/>
              <a:t>Access to existing platform baseline and Azure infrastructure</a:t>
            </a:r>
          </a:p>
          <a:p>
            <a:pPr marL="342900" indent="-342900"/>
            <a:r>
              <a:rPr lang="en-US" sz="2000" dirty="0"/>
              <a:t>Client SMEs available for backlog refinement</a:t>
            </a:r>
          </a:p>
          <a:p>
            <a:pPr marL="342900" indent="-342900"/>
            <a:r>
              <a:rPr lang="en-US" sz="2000" dirty="0"/>
              <a:t>Supplier APIs accessible for integration</a:t>
            </a:r>
          </a:p>
          <a:p>
            <a:pPr marL="342900" indent="-342900"/>
            <a:r>
              <a:rPr lang="en-US" sz="2000" dirty="0"/>
              <a:t>Historical data available for analytics</a:t>
            </a:r>
          </a:p>
          <a:p>
            <a:pPr marL="342900" indent="-342900"/>
            <a:r>
              <a:rPr lang="en-US" sz="2000" dirty="0"/>
              <a:t>Business SLAs &amp; KPIs clearly defined – for all types of clients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985AA-C773-B3AE-CADC-D5FAF0DD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A0689-162D-7741-41FD-B8104A46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3445D-6A7D-42D6-80E7-A7398DC8A12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9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DA9F4773-7113-47E3-991C-193DDD611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 useBgFill="1">
        <p:nvSpPr>
          <p:cNvPr id="31" name="Rounded Rectangle 14">
            <a:extLst>
              <a:ext uri="{FF2B5EF4-FFF2-40B4-BE49-F238E27FC236}">
                <a16:creationId xmlns:a16="http://schemas.microsoft.com/office/drawing/2014/main" id="{B781DC51-1D15-43A2-AB4F-2051C5F1C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008B81-C8A4-4EEF-A211-877A35E98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82B94A0-9C04-497F-9F2A-234AC715B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69CB58F-9DB1-495E-8241-D8994104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ADCB7726-0E4D-D26B-F59E-919F6C49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Takeaways</a:t>
            </a:r>
          </a:p>
        </p:txBody>
      </p:sp>
      <p:graphicFrame>
        <p:nvGraphicFramePr>
          <p:cNvPr id="25" name="Vertical Text Placeholder 11">
            <a:extLst>
              <a:ext uri="{FF2B5EF4-FFF2-40B4-BE49-F238E27FC236}">
                <a16:creationId xmlns:a16="http://schemas.microsoft.com/office/drawing/2014/main" id="{CB44BDF3-4B24-1FB3-F896-82E004023A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2531235"/>
              </p:ext>
            </p:extLst>
          </p:nvPr>
        </p:nvGraphicFramePr>
        <p:xfrm>
          <a:off x="4691982" y="12666"/>
          <a:ext cx="7500018" cy="6443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6E21D99-FAD7-9714-E216-A4B75774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570" y="6474377"/>
            <a:ext cx="7772400" cy="365125"/>
          </a:xfrm>
        </p:spPr>
        <p:txBody>
          <a:bodyPr/>
          <a:lstStyle/>
          <a:p>
            <a:r>
              <a:rPr lang="en-US"/>
              <a:t>Agile Delivery for Scalable Supply Chain Platform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59D20C2-8D25-F38F-409A-642100746984}"/>
              </a:ext>
            </a:extLst>
          </p:cNvPr>
          <p:cNvSpPr txBox="1">
            <a:spLocks/>
          </p:cNvSpPr>
          <p:nvPr/>
        </p:nvSpPr>
        <p:spPr>
          <a:xfrm>
            <a:off x="11801959" y="6480209"/>
            <a:ext cx="3900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C3445D-6A7D-42D6-80E7-A7398DC8A12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03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B1AD7AF-3A60-4C4F-979F-367102EFD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177C8A-E75D-4FB9-8BA0-1FC843442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19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47570C-2A9A-4A21-85CD-2F46FEC86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195"/>
          <a:stretch/>
        </p:blipFill>
        <p:spPr>
          <a:xfrm rot="16200000" flipH="1" flipV="1">
            <a:off x="-1075397" y="1075394"/>
            <a:ext cx="4561116" cy="241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BA7F0F-8AE7-47C1-87E5-C658F7F2A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195"/>
          <a:stretch/>
        </p:blipFill>
        <p:spPr>
          <a:xfrm rot="16200000">
            <a:off x="8706281" y="1075394"/>
            <a:ext cx="4561116" cy="241032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55D524C-383C-170E-4C5B-50BAD1C6F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132115"/>
            <a:ext cx="9448800" cy="3118150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55244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9011</TotalTime>
  <Words>2582</Words>
  <Application>Microsoft Office PowerPoint</Application>
  <PresentationFormat>Widescreen</PresentationFormat>
  <Paragraphs>584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Century Gothic</vt:lpstr>
      <vt:lpstr>Symbol</vt:lpstr>
      <vt:lpstr>Wingdings</vt:lpstr>
      <vt:lpstr>Vapor Trail</vt:lpstr>
      <vt:lpstr>Agile Delivery for  scalable supply chain platform</vt:lpstr>
      <vt:lpstr>Agenda</vt:lpstr>
      <vt:lpstr>Context &amp; objectives</vt:lpstr>
      <vt:lpstr>Scope &amp; Non-Functional Requirements</vt:lpstr>
      <vt:lpstr>AGILE Delivery PLAN</vt:lpstr>
      <vt:lpstr>Solution Architecture Overview</vt:lpstr>
      <vt:lpstr>Architecture Benefits &amp; WORKFLOW</vt:lpstr>
      <vt:lpstr>Reference Architecture</vt:lpstr>
      <vt:lpstr>Scrum Rhythm </vt:lpstr>
      <vt:lpstr>Definition of Ready &amp; Done</vt:lpstr>
      <vt:lpstr>Engineering Excellence &amp; Delivery Acceleration</vt:lpstr>
      <vt:lpstr>Project Governance &amp; Resource loading</vt:lpstr>
      <vt:lpstr>MVP Delivery pod structure</vt:lpstr>
      <vt:lpstr>Work Breakdown structure (WBS)</vt:lpstr>
      <vt:lpstr>Program Estimation &amp; Delivery Capacity</vt:lpstr>
      <vt:lpstr>Engagement Model &amp; Commercial Structure</vt:lpstr>
      <vt:lpstr>Risks &amp; Assumptions</vt:lpstr>
      <vt:lpstr>Key Takeaways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Delivery - Case Study</dc:title>
  <dc:creator>Sumeet Satish B</dc:creator>
  <cp:lastModifiedBy>Sumeet Boob</cp:lastModifiedBy>
  <cp:revision>181</cp:revision>
  <dcterms:created xsi:type="dcterms:W3CDTF">2026-03-05T08:51:18Z</dcterms:created>
  <dcterms:modified xsi:type="dcterms:W3CDTF">2026-03-12T14:00:07Z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2026-03-06T04:50:12Z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86941e41-8b54-4edb-bee0-67b90dc816c8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